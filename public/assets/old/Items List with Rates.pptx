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3" r:id="rId2"/>
    <p:sldId id="258" r:id="rId3"/>
    <p:sldId id="256" r:id="rId4"/>
    <p:sldId id="257" r:id="rId5"/>
    <p:sldId id="264" r:id="rId6"/>
    <p:sldId id="262" r:id="rId7"/>
    <p:sldId id="261" r:id="rId8"/>
    <p:sldId id="265"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621FF7-8722-544B-999C-13D27DD04231}" v="85" dt="2021-05-12T13:58:59.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4650"/>
  </p:normalViewPr>
  <p:slideViewPr>
    <p:cSldViewPr snapToGrid="0" snapToObjects="1">
      <p:cViewPr varScale="1">
        <p:scale>
          <a:sx n="108" d="100"/>
          <a:sy n="108" d="100"/>
        </p:scale>
        <p:origin x="130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eed Akbar" userId="1786173e-2ead-4a19-ae08-bf734da89a66" providerId="ADAL" clId="{60621FF7-8722-544B-999C-13D27DD04231}"/>
    <pc:docChg chg="undo custSel addSld delSld modSld sldOrd">
      <pc:chgData name="Waleed Akbar" userId="1786173e-2ead-4a19-ae08-bf734da89a66" providerId="ADAL" clId="{60621FF7-8722-544B-999C-13D27DD04231}" dt="2021-05-12T13:59:35.126" v="1581" actId="20577"/>
      <pc:docMkLst>
        <pc:docMk/>
      </pc:docMkLst>
      <pc:sldChg chg="addSp delSp modSp mod setBg setClrOvrMap">
        <pc:chgData name="Waleed Akbar" userId="1786173e-2ead-4a19-ae08-bf734da89a66" providerId="ADAL" clId="{60621FF7-8722-544B-999C-13D27DD04231}" dt="2021-05-12T13:23:06.025" v="481" actId="20577"/>
        <pc:sldMkLst>
          <pc:docMk/>
          <pc:sldMk cId="4219974968" sldId="256"/>
        </pc:sldMkLst>
        <pc:spChg chg="mod ord">
          <ac:chgData name="Waleed Akbar" userId="1786173e-2ead-4a19-ae08-bf734da89a66" providerId="ADAL" clId="{60621FF7-8722-544B-999C-13D27DD04231}" dt="2021-05-12T13:15:41.585" v="340" actId="26606"/>
          <ac:spMkLst>
            <pc:docMk/>
            <pc:sldMk cId="4219974968" sldId="256"/>
            <ac:spMk id="2" creationId="{315AD8A4-4F64-3648-BDFB-BC3B9FA7BA7C}"/>
          </ac:spMkLst>
        </pc:spChg>
        <pc:spChg chg="mod ord">
          <ac:chgData name="Waleed Akbar" userId="1786173e-2ead-4a19-ae08-bf734da89a66" providerId="ADAL" clId="{60621FF7-8722-544B-999C-13D27DD04231}" dt="2021-05-12T13:22:18.099" v="464" actId="20577"/>
          <ac:spMkLst>
            <pc:docMk/>
            <pc:sldMk cId="4219974968" sldId="256"/>
            <ac:spMk id="3" creationId="{10B0B4C8-9FB6-CD41-A63A-ABDC38735E6D}"/>
          </ac:spMkLst>
        </pc:spChg>
        <pc:spChg chg="add mod">
          <ac:chgData name="Waleed Akbar" userId="1786173e-2ead-4a19-ae08-bf734da89a66" providerId="ADAL" clId="{60621FF7-8722-544B-999C-13D27DD04231}" dt="2021-05-12T13:22:39.441" v="470" actId="403"/>
          <ac:spMkLst>
            <pc:docMk/>
            <pc:sldMk cId="4219974968" sldId="256"/>
            <ac:spMk id="20" creationId="{22D60964-287C-5D4C-9A74-4A8733E35507}"/>
          </ac:spMkLst>
        </pc:spChg>
        <pc:spChg chg="add mod">
          <ac:chgData name="Waleed Akbar" userId="1786173e-2ead-4a19-ae08-bf734da89a66" providerId="ADAL" clId="{60621FF7-8722-544B-999C-13D27DD04231}" dt="2021-05-12T13:22:20.379" v="465" actId="20577"/>
          <ac:spMkLst>
            <pc:docMk/>
            <pc:sldMk cId="4219974968" sldId="256"/>
            <ac:spMk id="21" creationId="{2631C508-6CA6-0F49-A660-B73B3EA6BB50}"/>
          </ac:spMkLst>
        </pc:spChg>
        <pc:spChg chg="add mod">
          <ac:chgData name="Waleed Akbar" userId="1786173e-2ead-4a19-ae08-bf734da89a66" providerId="ADAL" clId="{60621FF7-8722-544B-999C-13D27DD04231}" dt="2021-05-12T13:22:25.010" v="467" actId="20577"/>
          <ac:spMkLst>
            <pc:docMk/>
            <pc:sldMk cId="4219974968" sldId="256"/>
            <ac:spMk id="22" creationId="{7680FC44-745B-B340-9104-62DC57697BB9}"/>
          </ac:spMkLst>
        </pc:spChg>
        <pc:spChg chg="add mod">
          <ac:chgData name="Waleed Akbar" userId="1786173e-2ead-4a19-ae08-bf734da89a66" providerId="ADAL" clId="{60621FF7-8722-544B-999C-13D27DD04231}" dt="2021-05-12T13:22:12.023" v="463" actId="20577"/>
          <ac:spMkLst>
            <pc:docMk/>
            <pc:sldMk cId="4219974968" sldId="256"/>
            <ac:spMk id="23" creationId="{C0782EF6-BEF5-F944-B488-A49DB2F22E96}"/>
          </ac:spMkLst>
        </pc:spChg>
        <pc:spChg chg="add mod">
          <ac:chgData name="Waleed Akbar" userId="1786173e-2ead-4a19-ae08-bf734da89a66" providerId="ADAL" clId="{60621FF7-8722-544B-999C-13D27DD04231}" dt="2021-05-12T13:23:06.025" v="481" actId="20577"/>
          <ac:spMkLst>
            <pc:docMk/>
            <pc:sldMk cId="4219974968" sldId="256"/>
            <ac:spMk id="24" creationId="{57FEE553-3F01-F64F-A7EC-DAE21CB596DA}"/>
          </ac:spMkLst>
        </pc:spChg>
        <pc:spChg chg="del">
          <ac:chgData name="Waleed Akbar" userId="1786173e-2ead-4a19-ae08-bf734da89a66" providerId="ADAL" clId="{60621FF7-8722-544B-999C-13D27DD04231}" dt="2021-05-12T05:23:57.362" v="0" actId="26606"/>
          <ac:spMkLst>
            <pc:docMk/>
            <pc:sldMk cId="4219974968" sldId="256"/>
            <ac:spMk id="31" creationId="{7AE95D8F-9825-4222-8846-E3461598CC62}"/>
          </ac:spMkLst>
        </pc:spChg>
        <pc:spChg chg="add del">
          <ac:chgData name="Waleed Akbar" userId="1786173e-2ead-4a19-ae08-bf734da89a66" providerId="ADAL" clId="{60621FF7-8722-544B-999C-13D27DD04231}" dt="2021-05-12T05:27:08.796" v="29" actId="26606"/>
          <ac:spMkLst>
            <pc:docMk/>
            <pc:sldMk cId="4219974968" sldId="256"/>
            <ac:spMk id="43" creationId="{2BE2D1B8-0887-4D2B-8C42-999040132B03}"/>
          </ac:spMkLst>
        </pc:spChg>
        <pc:spChg chg="add del">
          <ac:chgData name="Waleed Akbar" userId="1786173e-2ead-4a19-ae08-bf734da89a66" providerId="ADAL" clId="{60621FF7-8722-544B-999C-13D27DD04231}" dt="2021-05-12T05:27:08.796" v="29" actId="26606"/>
          <ac:spMkLst>
            <pc:docMk/>
            <pc:sldMk cId="4219974968" sldId="256"/>
            <ac:spMk id="45" creationId="{FA085277-BAF7-40CC-A608-B030CA969FE9}"/>
          </ac:spMkLst>
        </pc:spChg>
        <pc:spChg chg="add del">
          <ac:chgData name="Waleed Akbar" userId="1786173e-2ead-4a19-ae08-bf734da89a66" providerId="ADAL" clId="{60621FF7-8722-544B-999C-13D27DD04231}" dt="2021-05-12T05:27:08.796" v="29" actId="26606"/>
          <ac:spMkLst>
            <pc:docMk/>
            <pc:sldMk cId="4219974968" sldId="256"/>
            <ac:spMk id="47" creationId="{64009F90-86BF-44AE-B0EB-D68140E0E0DA}"/>
          </ac:spMkLst>
        </pc:spChg>
        <pc:spChg chg="add del">
          <ac:chgData name="Waleed Akbar" userId="1786173e-2ead-4a19-ae08-bf734da89a66" providerId="ADAL" clId="{60621FF7-8722-544B-999C-13D27DD04231}" dt="2021-05-12T05:30:01.771" v="52" actId="26606"/>
          <ac:spMkLst>
            <pc:docMk/>
            <pc:sldMk cId="4219974968" sldId="256"/>
            <ac:spMk id="54" creationId="{A5A17FC0-D416-4C8B-A9E6-5924D352B986}"/>
          </ac:spMkLst>
        </pc:spChg>
        <pc:spChg chg="add del">
          <ac:chgData name="Waleed Akbar" userId="1786173e-2ead-4a19-ae08-bf734da89a66" providerId="ADAL" clId="{60621FF7-8722-544B-999C-13D27DD04231}" dt="2021-05-12T05:31:04.054" v="54" actId="26606"/>
          <ac:spMkLst>
            <pc:docMk/>
            <pc:sldMk cId="4219974968" sldId="256"/>
            <ac:spMk id="69" creationId="{A5A17FC0-D416-4C8B-A9E6-5924D352B986}"/>
          </ac:spMkLst>
        </pc:spChg>
        <pc:spChg chg="add del">
          <ac:chgData name="Waleed Akbar" userId="1786173e-2ead-4a19-ae08-bf734da89a66" providerId="ADAL" clId="{60621FF7-8722-544B-999C-13D27DD04231}" dt="2021-05-12T13:15:41.585" v="340" actId="26606"/>
          <ac:spMkLst>
            <pc:docMk/>
            <pc:sldMk cId="4219974968" sldId="256"/>
            <ac:spMk id="84" creationId="{7A7E6B6D-2F84-4166-9F4D-FFA0E086077B}"/>
          </ac:spMkLst>
        </pc:spChg>
        <pc:spChg chg="add del">
          <ac:chgData name="Waleed Akbar" userId="1786173e-2ead-4a19-ae08-bf734da89a66" providerId="ADAL" clId="{60621FF7-8722-544B-999C-13D27DD04231}" dt="2021-05-12T13:15:41.585" v="340" actId="26606"/>
          <ac:spMkLst>
            <pc:docMk/>
            <pc:sldMk cId="4219974968" sldId="256"/>
            <ac:spMk id="86" creationId="{F540AD87-30B2-4359-A33A-86D9F59E3709}"/>
          </ac:spMkLst>
        </pc:spChg>
        <pc:spChg chg="add del">
          <ac:chgData name="Waleed Akbar" userId="1786173e-2ead-4a19-ae08-bf734da89a66" providerId="ADAL" clId="{60621FF7-8722-544B-999C-13D27DD04231}" dt="2021-05-12T13:15:41.585" v="340" actId="26606"/>
          <ac:spMkLst>
            <pc:docMk/>
            <pc:sldMk cId="4219974968" sldId="256"/>
            <ac:spMk id="88" creationId="{D411CC74-416E-4F21-A559-C8B7905D9E36}"/>
          </ac:spMkLst>
        </pc:spChg>
        <pc:spChg chg="add">
          <ac:chgData name="Waleed Akbar" userId="1786173e-2ead-4a19-ae08-bf734da89a66" providerId="ADAL" clId="{60621FF7-8722-544B-999C-13D27DD04231}" dt="2021-05-12T13:15:41.585" v="340" actId="26606"/>
          <ac:spMkLst>
            <pc:docMk/>
            <pc:sldMk cId="4219974968" sldId="256"/>
            <ac:spMk id="93" creationId="{A5A17FC0-D416-4C8B-A9E6-5924D352B986}"/>
          </ac:spMkLst>
        </pc:spChg>
        <pc:graphicFrameChg chg="add del mod">
          <ac:chgData name="Waleed Akbar" userId="1786173e-2ead-4a19-ae08-bf734da89a66" providerId="ADAL" clId="{60621FF7-8722-544B-999C-13D27DD04231}" dt="2021-05-12T13:13:51.393" v="317" actId="478"/>
          <ac:graphicFrameMkLst>
            <pc:docMk/>
            <pc:sldMk cId="4219974968" sldId="256"/>
            <ac:graphicFrameMk id="4" creationId="{10ECA024-0B5F-374C-BA35-335D56688F83}"/>
          </ac:graphicFrameMkLst>
        </pc:graphicFrameChg>
        <pc:picChg chg="mod ord">
          <ac:chgData name="Waleed Akbar" userId="1786173e-2ead-4a19-ae08-bf734da89a66" providerId="ADAL" clId="{60621FF7-8722-544B-999C-13D27DD04231}" dt="2021-05-12T13:17:58.705" v="404" actId="1036"/>
          <ac:picMkLst>
            <pc:docMk/>
            <pc:sldMk cId="4219974968" sldId="256"/>
            <ac:picMk id="5" creationId="{52E56AF9-27FF-D143-A850-CEE8D0F84ECD}"/>
          </ac:picMkLst>
        </pc:picChg>
        <pc:picChg chg="add del mod">
          <ac:chgData name="Waleed Akbar" userId="1786173e-2ead-4a19-ae08-bf734da89a66" providerId="ADAL" clId="{60621FF7-8722-544B-999C-13D27DD04231}" dt="2021-05-12T05:26:41.764" v="25" actId="21"/>
          <ac:picMkLst>
            <pc:docMk/>
            <pc:sldMk cId="4219974968" sldId="256"/>
            <ac:picMk id="6" creationId="{4A17D75A-8300-1B44-B5E9-CDBBB734A15D}"/>
          </ac:picMkLst>
        </pc:picChg>
        <pc:picChg chg="mod ord">
          <ac:chgData name="Waleed Akbar" userId="1786173e-2ead-4a19-ae08-bf734da89a66" providerId="ADAL" clId="{60621FF7-8722-544B-999C-13D27DD04231}" dt="2021-05-12T13:18:08.156" v="417" actId="1036"/>
          <ac:picMkLst>
            <pc:docMk/>
            <pc:sldMk cId="4219974968" sldId="256"/>
            <ac:picMk id="7" creationId="{337F820D-44F7-8640-A78D-630FFAC7A80A}"/>
          </ac:picMkLst>
        </pc:picChg>
        <pc:picChg chg="mod ord">
          <ac:chgData name="Waleed Akbar" userId="1786173e-2ead-4a19-ae08-bf734da89a66" providerId="ADAL" clId="{60621FF7-8722-544B-999C-13D27DD04231}" dt="2021-05-12T13:18:17.748" v="431" actId="1036"/>
          <ac:picMkLst>
            <pc:docMk/>
            <pc:sldMk cId="4219974968" sldId="256"/>
            <ac:picMk id="9" creationId="{1E012B72-7E17-3E4C-A629-A6B796086C1B}"/>
          </ac:picMkLst>
        </pc:picChg>
        <pc:picChg chg="add del mod">
          <ac:chgData name="Waleed Akbar" userId="1786173e-2ead-4a19-ae08-bf734da89a66" providerId="ADAL" clId="{60621FF7-8722-544B-999C-13D27DD04231}" dt="2021-05-12T05:26:41.764" v="25" actId="21"/>
          <ac:picMkLst>
            <pc:docMk/>
            <pc:sldMk cId="4219974968" sldId="256"/>
            <ac:picMk id="10" creationId="{6F14F927-0E85-D146-B8CB-6041F9E407FC}"/>
          </ac:picMkLst>
        </pc:picChg>
        <pc:picChg chg="mod ord">
          <ac:chgData name="Waleed Akbar" userId="1786173e-2ead-4a19-ae08-bf734da89a66" providerId="ADAL" clId="{60621FF7-8722-544B-999C-13D27DD04231}" dt="2021-05-12T13:15:51.914" v="355" actId="1035"/>
          <ac:picMkLst>
            <pc:docMk/>
            <pc:sldMk cId="4219974968" sldId="256"/>
            <ac:picMk id="11" creationId="{3A4BE06A-EE37-B14E-9228-3B48A32B170F}"/>
          </ac:picMkLst>
        </pc:picChg>
        <pc:picChg chg="add del mod">
          <ac:chgData name="Waleed Akbar" userId="1786173e-2ead-4a19-ae08-bf734da89a66" providerId="ADAL" clId="{60621FF7-8722-544B-999C-13D27DD04231}" dt="2021-05-12T05:26:41.764" v="25" actId="21"/>
          <ac:picMkLst>
            <pc:docMk/>
            <pc:sldMk cId="4219974968" sldId="256"/>
            <ac:picMk id="13" creationId="{0C173D4D-94C5-314D-B2F1-838B4D9A70D0}"/>
          </ac:picMkLst>
        </pc:picChg>
        <pc:picChg chg="add mod ord">
          <ac:chgData name="Waleed Akbar" userId="1786173e-2ead-4a19-ae08-bf734da89a66" providerId="ADAL" clId="{60621FF7-8722-544B-999C-13D27DD04231}" dt="2021-05-12T13:15:41.585" v="340" actId="26606"/>
          <ac:picMkLst>
            <pc:docMk/>
            <pc:sldMk cId="4219974968" sldId="256"/>
            <ac:picMk id="15" creationId="{EE1754D8-B117-074E-A5F7-E35057757126}"/>
          </ac:picMkLst>
        </pc:picChg>
        <pc:picChg chg="add del mod">
          <ac:chgData name="Waleed Akbar" userId="1786173e-2ead-4a19-ae08-bf734da89a66" providerId="ADAL" clId="{60621FF7-8722-544B-999C-13D27DD04231}" dt="2021-05-12T05:26:41.764" v="25" actId="21"/>
          <ac:picMkLst>
            <pc:docMk/>
            <pc:sldMk cId="4219974968" sldId="256"/>
            <ac:picMk id="17" creationId="{3BF2F2BD-FEC0-444F-8D8B-FB289E46726D}"/>
          </ac:picMkLst>
        </pc:picChg>
        <pc:picChg chg="add del mod ord">
          <ac:chgData name="Waleed Akbar" userId="1786173e-2ead-4a19-ae08-bf734da89a66" providerId="ADAL" clId="{60621FF7-8722-544B-999C-13D27DD04231}" dt="2021-05-12T13:19:47.571" v="440" actId="478"/>
          <ac:picMkLst>
            <pc:docMk/>
            <pc:sldMk cId="4219974968" sldId="256"/>
            <ac:picMk id="19" creationId="{EF60128E-549C-234D-BEB3-ADE6E31B1080}"/>
          </ac:picMkLst>
        </pc:picChg>
        <pc:picChg chg="add del mod">
          <ac:chgData name="Waleed Akbar" userId="1786173e-2ead-4a19-ae08-bf734da89a66" providerId="ADAL" clId="{60621FF7-8722-544B-999C-13D27DD04231}" dt="2021-05-12T05:26:41.764" v="25" actId="21"/>
          <ac:picMkLst>
            <pc:docMk/>
            <pc:sldMk cId="4219974968" sldId="256"/>
            <ac:picMk id="21" creationId="{CE1FF940-1C84-3E45-AD75-56CEAB39DA54}"/>
          </ac:picMkLst>
        </pc:picChg>
        <pc:picChg chg="add del mod">
          <ac:chgData name="Waleed Akbar" userId="1786173e-2ead-4a19-ae08-bf734da89a66" providerId="ADAL" clId="{60621FF7-8722-544B-999C-13D27DD04231}" dt="2021-05-12T05:26:27.016" v="22" actId="21"/>
          <ac:picMkLst>
            <pc:docMk/>
            <pc:sldMk cId="4219974968" sldId="256"/>
            <ac:picMk id="23" creationId="{C62BDE5E-DA71-224C-8765-D91E80F3EFB3}"/>
          </ac:picMkLst>
        </pc:picChg>
        <pc:picChg chg="add mod">
          <ac:chgData name="Waleed Akbar" userId="1786173e-2ead-4a19-ae08-bf734da89a66" providerId="ADAL" clId="{60621FF7-8722-544B-999C-13D27DD04231}" dt="2021-05-12T13:21:30.505" v="457" actId="1036"/>
          <ac:picMkLst>
            <pc:docMk/>
            <pc:sldMk cId="4219974968" sldId="256"/>
            <ac:picMk id="25" creationId="{15A9FEF8-33A4-F844-A9CD-9A568C2F8254}"/>
          </ac:picMkLst>
        </pc:picChg>
        <pc:picChg chg="add del mod">
          <ac:chgData name="Waleed Akbar" userId="1786173e-2ead-4a19-ae08-bf734da89a66" providerId="ADAL" clId="{60621FF7-8722-544B-999C-13D27DD04231}" dt="2021-05-12T05:26:27.016" v="22" actId="21"/>
          <ac:picMkLst>
            <pc:docMk/>
            <pc:sldMk cId="4219974968" sldId="256"/>
            <ac:picMk id="25" creationId="{F9B67E95-0CC5-4648-8C96-0DAB1DF3E2E3}"/>
          </ac:picMkLst>
        </pc:picChg>
        <pc:picChg chg="add del mod">
          <ac:chgData name="Waleed Akbar" userId="1786173e-2ead-4a19-ae08-bf734da89a66" providerId="ADAL" clId="{60621FF7-8722-544B-999C-13D27DD04231}" dt="2021-05-12T05:29:03.472" v="44" actId="21"/>
          <ac:picMkLst>
            <pc:docMk/>
            <pc:sldMk cId="4219974968" sldId="256"/>
            <ac:picMk id="41" creationId="{F55748CA-1633-FA47-8829-2948BDCEB727}"/>
          </ac:picMkLst>
        </pc:picChg>
        <pc:picChg chg="add del mod">
          <ac:chgData name="Waleed Akbar" userId="1786173e-2ead-4a19-ae08-bf734da89a66" providerId="ADAL" clId="{60621FF7-8722-544B-999C-13D27DD04231}" dt="2021-05-12T05:29:43.107" v="50" actId="21"/>
          <ac:picMkLst>
            <pc:docMk/>
            <pc:sldMk cId="4219974968" sldId="256"/>
            <ac:picMk id="42" creationId="{BAEDFDC3-1995-324A-A858-591B9279DB7B}"/>
          </ac:picMkLst>
        </pc:picChg>
        <pc:cxnChg chg="del">
          <ac:chgData name="Waleed Akbar" userId="1786173e-2ead-4a19-ae08-bf734da89a66" providerId="ADAL" clId="{60621FF7-8722-544B-999C-13D27DD04231}" dt="2021-05-12T05:23:57.362" v="0" actId="26606"/>
          <ac:cxnSpMkLst>
            <pc:docMk/>
            <pc:sldMk cId="4219974968" sldId="256"/>
            <ac:cxnSpMk id="29" creationId="{DFDA47BC-3069-47F5-8257-24B3B1F76A08}"/>
          </ac:cxnSpMkLst>
        </pc:cxnChg>
        <pc:cxnChg chg="del">
          <ac:chgData name="Waleed Akbar" userId="1786173e-2ead-4a19-ae08-bf734da89a66" providerId="ADAL" clId="{60621FF7-8722-544B-999C-13D27DD04231}" dt="2021-05-12T05:23:57.362" v="0" actId="26606"/>
          <ac:cxnSpMkLst>
            <pc:docMk/>
            <pc:sldMk cId="4219974968" sldId="256"/>
            <ac:cxnSpMk id="33" creationId="{942B920A-73AD-402A-8EEF-B88E1A9398B8}"/>
          </ac:cxnSpMkLst>
        </pc:cxnChg>
        <pc:cxnChg chg="del">
          <ac:chgData name="Waleed Akbar" userId="1786173e-2ead-4a19-ae08-bf734da89a66" providerId="ADAL" clId="{60621FF7-8722-544B-999C-13D27DD04231}" dt="2021-05-12T05:23:57.362" v="0" actId="26606"/>
          <ac:cxnSpMkLst>
            <pc:docMk/>
            <pc:sldMk cId="4219974968" sldId="256"/>
            <ac:cxnSpMk id="37" creationId="{3217665F-0036-444A-8D4A-33AF36A36A42}"/>
          </ac:cxnSpMkLst>
        </pc:cxnChg>
        <pc:cxnChg chg="del">
          <ac:chgData name="Waleed Akbar" userId="1786173e-2ead-4a19-ae08-bf734da89a66" providerId="ADAL" clId="{60621FF7-8722-544B-999C-13D27DD04231}" dt="2021-05-12T05:23:57.362" v="0" actId="26606"/>
          <ac:cxnSpMkLst>
            <pc:docMk/>
            <pc:sldMk cId="4219974968" sldId="256"/>
            <ac:cxnSpMk id="38" creationId="{00C9EB70-BC82-414A-BF8D-AD7FC6727616}"/>
          </ac:cxnSpMkLst>
        </pc:cxnChg>
        <pc:cxnChg chg="add del">
          <ac:chgData name="Waleed Akbar" userId="1786173e-2ead-4a19-ae08-bf734da89a66" providerId="ADAL" clId="{60621FF7-8722-544B-999C-13D27DD04231}" dt="2021-05-12T05:27:08.796" v="29" actId="26606"/>
          <ac:cxnSpMkLst>
            <pc:docMk/>
            <pc:sldMk cId="4219974968" sldId="256"/>
            <ac:cxnSpMk id="49" creationId="{14254369-4B26-4D6A-A4CD-BE3438297C30}"/>
          </ac:cxnSpMkLst>
        </pc:cxnChg>
        <pc:cxnChg chg="add del">
          <ac:chgData name="Waleed Akbar" userId="1786173e-2ead-4a19-ae08-bf734da89a66" providerId="ADAL" clId="{60621FF7-8722-544B-999C-13D27DD04231}" dt="2021-05-12T05:30:01.771" v="52" actId="26606"/>
          <ac:cxnSpMkLst>
            <pc:docMk/>
            <pc:sldMk cId="4219974968" sldId="256"/>
            <ac:cxnSpMk id="56" creationId="{982DC870-E8E5-4050-B10C-CC24FC67E50A}"/>
          </ac:cxnSpMkLst>
        </pc:cxnChg>
        <pc:cxnChg chg="add del">
          <ac:chgData name="Waleed Akbar" userId="1786173e-2ead-4a19-ae08-bf734da89a66" providerId="ADAL" clId="{60621FF7-8722-544B-999C-13D27DD04231}" dt="2021-05-12T05:30:01.771" v="52" actId="26606"/>
          <ac:cxnSpMkLst>
            <pc:docMk/>
            <pc:sldMk cId="4219974968" sldId="256"/>
            <ac:cxnSpMk id="58" creationId="{FF76A74F-C283-4DED-BD4D-086753B7CB00}"/>
          </ac:cxnSpMkLst>
        </pc:cxnChg>
        <pc:cxnChg chg="add del">
          <ac:chgData name="Waleed Akbar" userId="1786173e-2ead-4a19-ae08-bf734da89a66" providerId="ADAL" clId="{60621FF7-8722-544B-999C-13D27DD04231}" dt="2021-05-12T05:30:01.771" v="52" actId="26606"/>
          <ac:cxnSpMkLst>
            <pc:docMk/>
            <pc:sldMk cId="4219974968" sldId="256"/>
            <ac:cxnSpMk id="60" creationId="{3B2791FB-B2F7-4BBE-B8D8-74C37FF9E85C}"/>
          </ac:cxnSpMkLst>
        </pc:cxnChg>
        <pc:cxnChg chg="add del">
          <ac:chgData name="Waleed Akbar" userId="1786173e-2ead-4a19-ae08-bf734da89a66" providerId="ADAL" clId="{60621FF7-8722-544B-999C-13D27DD04231}" dt="2021-05-12T05:30:01.771" v="52" actId="26606"/>
          <ac:cxnSpMkLst>
            <pc:docMk/>
            <pc:sldMk cId="4219974968" sldId="256"/>
            <ac:cxnSpMk id="62" creationId="{9891B5DE-6811-4844-BB18-472A3F360EE5}"/>
          </ac:cxnSpMkLst>
        </pc:cxnChg>
        <pc:cxnChg chg="add del">
          <ac:chgData name="Waleed Akbar" userId="1786173e-2ead-4a19-ae08-bf734da89a66" providerId="ADAL" clId="{60621FF7-8722-544B-999C-13D27DD04231}" dt="2021-05-12T05:30:01.771" v="52" actId="26606"/>
          <ac:cxnSpMkLst>
            <pc:docMk/>
            <pc:sldMk cId="4219974968" sldId="256"/>
            <ac:cxnSpMk id="64" creationId="{77A9CA3A-7216-41E0-B3CD-058077FD396D}"/>
          </ac:cxnSpMkLst>
        </pc:cxnChg>
        <pc:cxnChg chg="add del">
          <ac:chgData name="Waleed Akbar" userId="1786173e-2ead-4a19-ae08-bf734da89a66" providerId="ADAL" clId="{60621FF7-8722-544B-999C-13D27DD04231}" dt="2021-05-12T05:31:04.054" v="54" actId="26606"/>
          <ac:cxnSpMkLst>
            <pc:docMk/>
            <pc:sldMk cId="4219974968" sldId="256"/>
            <ac:cxnSpMk id="71" creationId="{982DC870-E8E5-4050-B10C-CC24FC67E50A}"/>
          </ac:cxnSpMkLst>
        </pc:cxnChg>
        <pc:cxnChg chg="add del">
          <ac:chgData name="Waleed Akbar" userId="1786173e-2ead-4a19-ae08-bf734da89a66" providerId="ADAL" clId="{60621FF7-8722-544B-999C-13D27DD04231}" dt="2021-05-12T05:31:04.054" v="54" actId="26606"/>
          <ac:cxnSpMkLst>
            <pc:docMk/>
            <pc:sldMk cId="4219974968" sldId="256"/>
            <ac:cxnSpMk id="73" creationId="{FF76A74F-C283-4DED-BD4D-086753B7CB00}"/>
          </ac:cxnSpMkLst>
        </pc:cxnChg>
        <pc:cxnChg chg="add del">
          <ac:chgData name="Waleed Akbar" userId="1786173e-2ead-4a19-ae08-bf734da89a66" providerId="ADAL" clId="{60621FF7-8722-544B-999C-13D27DD04231}" dt="2021-05-12T05:31:04.054" v="54" actId="26606"/>
          <ac:cxnSpMkLst>
            <pc:docMk/>
            <pc:sldMk cId="4219974968" sldId="256"/>
            <ac:cxnSpMk id="75" creationId="{3B2791FB-B2F7-4BBE-B8D8-74C37FF9E85C}"/>
          </ac:cxnSpMkLst>
        </pc:cxnChg>
        <pc:cxnChg chg="add del">
          <ac:chgData name="Waleed Akbar" userId="1786173e-2ead-4a19-ae08-bf734da89a66" providerId="ADAL" clId="{60621FF7-8722-544B-999C-13D27DD04231}" dt="2021-05-12T05:31:04.054" v="54" actId="26606"/>
          <ac:cxnSpMkLst>
            <pc:docMk/>
            <pc:sldMk cId="4219974968" sldId="256"/>
            <ac:cxnSpMk id="77" creationId="{9891B5DE-6811-4844-BB18-472A3F360EE5}"/>
          </ac:cxnSpMkLst>
        </pc:cxnChg>
        <pc:cxnChg chg="add del">
          <ac:chgData name="Waleed Akbar" userId="1786173e-2ead-4a19-ae08-bf734da89a66" providerId="ADAL" clId="{60621FF7-8722-544B-999C-13D27DD04231}" dt="2021-05-12T05:31:04.054" v="54" actId="26606"/>
          <ac:cxnSpMkLst>
            <pc:docMk/>
            <pc:sldMk cId="4219974968" sldId="256"/>
            <ac:cxnSpMk id="79" creationId="{77A9CA3A-7216-41E0-B3CD-058077FD396D}"/>
          </ac:cxnSpMkLst>
        </pc:cxnChg>
        <pc:cxnChg chg="add">
          <ac:chgData name="Waleed Akbar" userId="1786173e-2ead-4a19-ae08-bf734da89a66" providerId="ADAL" clId="{60621FF7-8722-544B-999C-13D27DD04231}" dt="2021-05-12T13:15:41.585" v="340" actId="26606"/>
          <ac:cxnSpMkLst>
            <pc:docMk/>
            <pc:sldMk cId="4219974968" sldId="256"/>
            <ac:cxnSpMk id="95" creationId="{982DC870-E8E5-4050-B10C-CC24FC67E50A}"/>
          </ac:cxnSpMkLst>
        </pc:cxnChg>
        <pc:cxnChg chg="add">
          <ac:chgData name="Waleed Akbar" userId="1786173e-2ead-4a19-ae08-bf734da89a66" providerId="ADAL" clId="{60621FF7-8722-544B-999C-13D27DD04231}" dt="2021-05-12T13:15:41.585" v="340" actId="26606"/>
          <ac:cxnSpMkLst>
            <pc:docMk/>
            <pc:sldMk cId="4219974968" sldId="256"/>
            <ac:cxnSpMk id="97" creationId="{FF76A74F-C283-4DED-BD4D-086753B7CB00}"/>
          </ac:cxnSpMkLst>
        </pc:cxnChg>
        <pc:cxnChg chg="add">
          <ac:chgData name="Waleed Akbar" userId="1786173e-2ead-4a19-ae08-bf734da89a66" providerId="ADAL" clId="{60621FF7-8722-544B-999C-13D27DD04231}" dt="2021-05-12T13:15:41.585" v="340" actId="26606"/>
          <ac:cxnSpMkLst>
            <pc:docMk/>
            <pc:sldMk cId="4219974968" sldId="256"/>
            <ac:cxnSpMk id="99" creationId="{3B2791FB-B2F7-4BBE-B8D8-74C37FF9E85C}"/>
          </ac:cxnSpMkLst>
        </pc:cxnChg>
        <pc:cxnChg chg="add">
          <ac:chgData name="Waleed Akbar" userId="1786173e-2ead-4a19-ae08-bf734da89a66" providerId="ADAL" clId="{60621FF7-8722-544B-999C-13D27DD04231}" dt="2021-05-12T13:15:41.585" v="340" actId="26606"/>
          <ac:cxnSpMkLst>
            <pc:docMk/>
            <pc:sldMk cId="4219974968" sldId="256"/>
            <ac:cxnSpMk id="101" creationId="{9891B5DE-6811-4844-BB18-472A3F360EE5}"/>
          </ac:cxnSpMkLst>
        </pc:cxnChg>
        <pc:cxnChg chg="add">
          <ac:chgData name="Waleed Akbar" userId="1786173e-2ead-4a19-ae08-bf734da89a66" providerId="ADAL" clId="{60621FF7-8722-544B-999C-13D27DD04231}" dt="2021-05-12T13:15:41.585" v="340" actId="26606"/>
          <ac:cxnSpMkLst>
            <pc:docMk/>
            <pc:sldMk cId="4219974968" sldId="256"/>
            <ac:cxnSpMk id="103" creationId="{77A9CA3A-7216-41E0-B3CD-058077FD396D}"/>
          </ac:cxnSpMkLst>
        </pc:cxnChg>
      </pc:sldChg>
      <pc:sldChg chg="modSp mod">
        <pc:chgData name="Waleed Akbar" userId="1786173e-2ead-4a19-ae08-bf734da89a66" providerId="ADAL" clId="{60621FF7-8722-544B-999C-13D27DD04231}" dt="2021-05-12T05:41:40.316" v="280" actId="20577"/>
        <pc:sldMkLst>
          <pc:docMk/>
          <pc:sldMk cId="1672657915" sldId="257"/>
        </pc:sldMkLst>
        <pc:spChg chg="mod">
          <ac:chgData name="Waleed Akbar" userId="1786173e-2ead-4a19-ae08-bf734da89a66" providerId="ADAL" clId="{60621FF7-8722-544B-999C-13D27DD04231}" dt="2021-05-12T05:39:22.928" v="221" actId="20577"/>
          <ac:spMkLst>
            <pc:docMk/>
            <pc:sldMk cId="1672657915" sldId="257"/>
            <ac:spMk id="2" creationId="{97E56945-947F-AE46-827E-B57614875DD3}"/>
          </ac:spMkLst>
        </pc:spChg>
        <pc:spChg chg="mod">
          <ac:chgData name="Waleed Akbar" userId="1786173e-2ead-4a19-ae08-bf734da89a66" providerId="ADAL" clId="{60621FF7-8722-544B-999C-13D27DD04231}" dt="2021-05-12T05:41:35.789" v="279" actId="20577"/>
          <ac:spMkLst>
            <pc:docMk/>
            <pc:sldMk cId="1672657915" sldId="257"/>
            <ac:spMk id="49" creationId="{6D89628A-D1F3-654E-BB19-75642EFBD9B0}"/>
          </ac:spMkLst>
        </pc:spChg>
        <pc:spChg chg="mod">
          <ac:chgData name="Waleed Akbar" userId="1786173e-2ead-4a19-ae08-bf734da89a66" providerId="ADAL" clId="{60621FF7-8722-544B-999C-13D27DD04231}" dt="2021-05-12T05:41:40.316" v="280" actId="20577"/>
          <ac:spMkLst>
            <pc:docMk/>
            <pc:sldMk cId="1672657915" sldId="257"/>
            <ac:spMk id="53" creationId="{42B332A2-4188-AB4D-867D-CF8BA7E3149E}"/>
          </ac:spMkLst>
        </pc:spChg>
      </pc:sldChg>
      <pc:sldChg chg="addSp delSp modSp new mod setBg setClrOvrMap">
        <pc:chgData name="Waleed Akbar" userId="1786173e-2ead-4a19-ae08-bf734da89a66" providerId="ADAL" clId="{60621FF7-8722-544B-999C-13D27DD04231}" dt="2021-05-12T13:51:13.278" v="1543" actId="1076"/>
        <pc:sldMkLst>
          <pc:docMk/>
          <pc:sldMk cId="4040754236" sldId="258"/>
        </pc:sldMkLst>
        <pc:spChg chg="mod ord">
          <ac:chgData name="Waleed Akbar" userId="1786173e-2ead-4a19-ae08-bf734da89a66" providerId="ADAL" clId="{60621FF7-8722-544B-999C-13D27DD04231}" dt="2021-05-12T13:23:38.785" v="482" actId="26606"/>
          <ac:spMkLst>
            <pc:docMk/>
            <pc:sldMk cId="4040754236" sldId="258"/>
            <ac:spMk id="2" creationId="{F527E7CC-C4B6-094F-B937-FDB68056A290}"/>
          </ac:spMkLst>
        </pc:spChg>
        <pc:spChg chg="del mod ord">
          <ac:chgData name="Waleed Akbar" userId="1786173e-2ead-4a19-ae08-bf734da89a66" providerId="ADAL" clId="{60621FF7-8722-544B-999C-13D27DD04231}" dt="2021-05-12T05:32:30.520" v="90" actId="478"/>
          <ac:spMkLst>
            <pc:docMk/>
            <pc:sldMk cId="4040754236" sldId="258"/>
            <ac:spMk id="3" creationId="{956EB8E1-3F03-554B-ABBA-00C2C8E9E499}"/>
          </ac:spMkLst>
        </pc:spChg>
        <pc:spChg chg="add mod">
          <ac:chgData name="Waleed Akbar" userId="1786173e-2ead-4a19-ae08-bf734da89a66" providerId="ADAL" clId="{60621FF7-8722-544B-999C-13D27DD04231}" dt="2021-05-12T13:25:53.585" v="595" actId="20577"/>
          <ac:spMkLst>
            <pc:docMk/>
            <pc:sldMk cId="4040754236" sldId="258"/>
            <ac:spMk id="15" creationId="{441448E6-8148-9E44-8570-6A0C4169EAAD}"/>
          </ac:spMkLst>
        </pc:spChg>
        <pc:spChg chg="add mod">
          <ac:chgData name="Waleed Akbar" userId="1786173e-2ead-4a19-ae08-bf734da89a66" providerId="ADAL" clId="{60621FF7-8722-544B-999C-13D27DD04231}" dt="2021-05-12T13:25:30.248" v="592" actId="20577"/>
          <ac:spMkLst>
            <pc:docMk/>
            <pc:sldMk cId="4040754236" sldId="258"/>
            <ac:spMk id="16" creationId="{BA59B6C6-68CC-DB4B-97F5-62717E6DD761}"/>
          </ac:spMkLst>
        </pc:spChg>
        <pc:spChg chg="add mod">
          <ac:chgData name="Waleed Akbar" userId="1786173e-2ead-4a19-ae08-bf734da89a66" providerId="ADAL" clId="{60621FF7-8722-544B-999C-13D27DD04231}" dt="2021-05-12T13:25:07.039" v="576" actId="20577"/>
          <ac:spMkLst>
            <pc:docMk/>
            <pc:sldMk cId="4040754236" sldId="258"/>
            <ac:spMk id="17" creationId="{5673B121-41FA-DA45-932D-63098A0356D7}"/>
          </ac:spMkLst>
        </pc:spChg>
        <pc:spChg chg="add mod">
          <ac:chgData name="Waleed Akbar" userId="1786173e-2ead-4a19-ae08-bf734da89a66" providerId="ADAL" clId="{60621FF7-8722-544B-999C-13D27DD04231}" dt="2021-05-12T13:26:32.857" v="601" actId="20577"/>
          <ac:spMkLst>
            <pc:docMk/>
            <pc:sldMk cId="4040754236" sldId="258"/>
            <ac:spMk id="18" creationId="{AAD56D3F-D002-7C4C-BBE4-CFCA8DE2C81F}"/>
          </ac:spMkLst>
        </pc:spChg>
        <pc:spChg chg="add mod">
          <ac:chgData name="Waleed Akbar" userId="1786173e-2ead-4a19-ae08-bf734da89a66" providerId="ADAL" clId="{60621FF7-8722-544B-999C-13D27DD04231}" dt="2021-05-12T13:50:44.595" v="1522" actId="1035"/>
          <ac:spMkLst>
            <pc:docMk/>
            <pc:sldMk cId="4040754236" sldId="258"/>
            <ac:spMk id="19" creationId="{DAD19528-47D8-7E48-941B-C102B82C1B08}"/>
          </ac:spMkLst>
        </pc:spChg>
        <pc:spChg chg="add mod">
          <ac:chgData name="Waleed Akbar" userId="1786173e-2ead-4a19-ae08-bf734da89a66" providerId="ADAL" clId="{60621FF7-8722-544B-999C-13D27DD04231}" dt="2021-05-12T13:26:54.005" v="604" actId="20577"/>
          <ac:spMkLst>
            <pc:docMk/>
            <pc:sldMk cId="4040754236" sldId="258"/>
            <ac:spMk id="20" creationId="{0897F166-629E-9940-B932-7C8C6DF0CAC5}"/>
          </ac:spMkLst>
        </pc:spChg>
        <pc:spChg chg="add mod">
          <ac:chgData name="Waleed Akbar" userId="1786173e-2ead-4a19-ae08-bf734da89a66" providerId="ADAL" clId="{60621FF7-8722-544B-999C-13D27DD04231}" dt="2021-05-12T13:51:13.278" v="1543" actId="1076"/>
          <ac:spMkLst>
            <pc:docMk/>
            <pc:sldMk cId="4040754236" sldId="258"/>
            <ac:spMk id="23" creationId="{3329272E-0404-5A46-8A37-216F82C591F0}"/>
          </ac:spMkLst>
        </pc:spChg>
        <pc:spChg chg="add del">
          <ac:chgData name="Waleed Akbar" userId="1786173e-2ead-4a19-ae08-bf734da89a66" providerId="ADAL" clId="{60621FF7-8722-544B-999C-13D27DD04231}" dt="2021-05-12T05:28:11.856" v="38" actId="26606"/>
          <ac:spMkLst>
            <pc:docMk/>
            <pc:sldMk cId="4040754236" sldId="258"/>
            <ac:spMk id="23" creationId="{891401DC-7AF6-42FA-BE31-CF773B6C8B2E}"/>
          </ac:spMkLst>
        </pc:spChg>
        <pc:spChg chg="add del">
          <ac:chgData name="Waleed Akbar" userId="1786173e-2ead-4a19-ae08-bf734da89a66" providerId="ADAL" clId="{60621FF7-8722-544B-999C-13D27DD04231}" dt="2021-05-12T05:28:11.856" v="38" actId="26606"/>
          <ac:spMkLst>
            <pc:docMk/>
            <pc:sldMk cId="4040754236" sldId="258"/>
            <ac:spMk id="25" creationId="{2B7203F0-D9CB-4774-B9D4-B3AB625DFBAD}"/>
          </ac:spMkLst>
        </pc:spChg>
        <pc:spChg chg="add">
          <ac:chgData name="Waleed Akbar" userId="1786173e-2ead-4a19-ae08-bf734da89a66" providerId="ADAL" clId="{60621FF7-8722-544B-999C-13D27DD04231}" dt="2021-05-12T13:23:38.785" v="482" actId="26606"/>
          <ac:spMkLst>
            <pc:docMk/>
            <pc:sldMk cId="4040754236" sldId="258"/>
            <ac:spMk id="31" creationId="{A5A17FC0-D416-4C8B-A9E6-5924D352B986}"/>
          </ac:spMkLst>
        </pc:spChg>
        <pc:spChg chg="add del">
          <ac:chgData name="Waleed Akbar" userId="1786173e-2ead-4a19-ae08-bf734da89a66" providerId="ADAL" clId="{60621FF7-8722-544B-999C-13D27DD04231}" dt="2021-05-12T05:30:31.685" v="53" actId="26606"/>
          <ac:spMkLst>
            <pc:docMk/>
            <pc:sldMk cId="4040754236" sldId="258"/>
            <ac:spMk id="32" creationId="{891401DC-7AF6-42FA-BE31-CF773B6C8B2E}"/>
          </ac:spMkLst>
        </pc:spChg>
        <pc:spChg chg="add del">
          <ac:chgData name="Waleed Akbar" userId="1786173e-2ead-4a19-ae08-bf734da89a66" providerId="ADAL" clId="{60621FF7-8722-544B-999C-13D27DD04231}" dt="2021-05-12T05:30:31.685" v="53" actId="26606"/>
          <ac:spMkLst>
            <pc:docMk/>
            <pc:sldMk cId="4040754236" sldId="258"/>
            <ac:spMk id="34" creationId="{2B7203F0-D9CB-4774-B9D4-B3AB625DFBAD}"/>
          </ac:spMkLst>
        </pc:spChg>
        <pc:picChg chg="add mod ord">
          <ac:chgData name="Waleed Akbar" userId="1786173e-2ead-4a19-ae08-bf734da89a66" providerId="ADAL" clId="{60621FF7-8722-544B-999C-13D27DD04231}" dt="2021-05-12T13:24:46.275" v="573" actId="1036"/>
          <ac:picMkLst>
            <pc:docMk/>
            <pc:sldMk cId="4040754236" sldId="258"/>
            <ac:picMk id="4" creationId="{294D9C51-1FDE-B640-A536-96487BC86384}"/>
          </ac:picMkLst>
        </pc:picChg>
        <pc:picChg chg="add mod ord">
          <ac:chgData name="Waleed Akbar" userId="1786173e-2ead-4a19-ae08-bf734da89a66" providerId="ADAL" clId="{60621FF7-8722-544B-999C-13D27DD04231}" dt="2021-05-12T13:50:47.148" v="1528" actId="1035"/>
          <ac:picMkLst>
            <pc:docMk/>
            <pc:sldMk cId="4040754236" sldId="258"/>
            <ac:picMk id="5" creationId="{C7A0D685-747D-BA4A-AD8D-E2FD62B259CC}"/>
          </ac:picMkLst>
        </pc:picChg>
        <pc:picChg chg="add mod ord">
          <ac:chgData name="Waleed Akbar" userId="1786173e-2ead-4a19-ae08-bf734da89a66" providerId="ADAL" clId="{60621FF7-8722-544B-999C-13D27DD04231}" dt="2021-05-12T13:24:08.893" v="524" actId="1036"/>
          <ac:picMkLst>
            <pc:docMk/>
            <pc:sldMk cId="4040754236" sldId="258"/>
            <ac:picMk id="6" creationId="{0E1D31FB-B737-E943-8A26-5806B7255BB7}"/>
          </ac:picMkLst>
        </pc:picChg>
        <pc:picChg chg="add del mod">
          <ac:chgData name="Waleed Akbar" userId="1786173e-2ead-4a19-ae08-bf734da89a66" providerId="ADAL" clId="{60621FF7-8722-544B-999C-13D27DD04231}" dt="2021-05-12T05:27:16.300" v="30" actId="21"/>
          <ac:picMkLst>
            <pc:docMk/>
            <pc:sldMk cId="4040754236" sldId="258"/>
            <ac:picMk id="7" creationId="{A53A16AE-5A72-984F-8F77-F4E9A1C39A66}"/>
          </ac:picMkLst>
        </pc:picChg>
        <pc:picChg chg="add mod ord">
          <ac:chgData name="Waleed Akbar" userId="1786173e-2ead-4a19-ae08-bf734da89a66" providerId="ADAL" clId="{60621FF7-8722-544B-999C-13D27DD04231}" dt="2021-05-12T13:23:59.863" v="508" actId="1036"/>
          <ac:picMkLst>
            <pc:docMk/>
            <pc:sldMk cId="4040754236" sldId="258"/>
            <ac:picMk id="8" creationId="{75E5051D-DBB1-AD4B-B3FF-B24F80958D59}"/>
          </ac:picMkLst>
        </pc:picChg>
        <pc:picChg chg="add mod ord">
          <ac:chgData name="Waleed Akbar" userId="1786173e-2ead-4a19-ae08-bf734da89a66" providerId="ADAL" clId="{60621FF7-8722-544B-999C-13D27DD04231}" dt="2021-05-12T13:24:30.704" v="557" actId="1036"/>
          <ac:picMkLst>
            <pc:docMk/>
            <pc:sldMk cId="4040754236" sldId="258"/>
            <ac:picMk id="9" creationId="{C05D20C1-DB87-8D4B-8A17-5BB7F76A3F2C}"/>
          </ac:picMkLst>
        </pc:picChg>
        <pc:picChg chg="add del mod">
          <ac:chgData name="Waleed Akbar" userId="1786173e-2ead-4a19-ae08-bf734da89a66" providerId="ADAL" clId="{60621FF7-8722-544B-999C-13D27DD04231}" dt="2021-05-12T05:27:16.300" v="30" actId="21"/>
          <ac:picMkLst>
            <pc:docMk/>
            <pc:sldMk cId="4040754236" sldId="258"/>
            <ac:picMk id="10" creationId="{CDD30AD1-7405-0B46-ABDC-2B766E61E5A0}"/>
          </ac:picMkLst>
        </pc:picChg>
        <pc:picChg chg="add mod ord">
          <ac:chgData name="Waleed Akbar" userId="1786173e-2ead-4a19-ae08-bf734da89a66" providerId="ADAL" clId="{60621FF7-8722-544B-999C-13D27DD04231}" dt="2021-05-12T13:24:17.874" v="541" actId="1036"/>
          <ac:picMkLst>
            <pc:docMk/>
            <pc:sldMk cId="4040754236" sldId="258"/>
            <ac:picMk id="21" creationId="{243EDB6A-C954-E84B-B3A6-C56576B0D212}"/>
          </ac:picMkLst>
        </pc:picChg>
        <pc:picChg chg="add mod">
          <ac:chgData name="Waleed Akbar" userId="1786173e-2ead-4a19-ae08-bf734da89a66" providerId="ADAL" clId="{60621FF7-8722-544B-999C-13D27DD04231}" dt="2021-05-12T13:51:01.947" v="1541" actId="1076"/>
          <ac:picMkLst>
            <pc:docMk/>
            <pc:sldMk cId="4040754236" sldId="258"/>
            <ac:picMk id="22" creationId="{0CC299C6-8B9E-8C4D-8BE7-8E83B25DF267}"/>
          </ac:picMkLst>
        </pc:picChg>
        <pc:picChg chg="add del mod">
          <ac:chgData name="Waleed Akbar" userId="1786173e-2ead-4a19-ae08-bf734da89a66" providerId="ADAL" clId="{60621FF7-8722-544B-999C-13D27DD04231}" dt="2021-05-12T05:29:14.879" v="46" actId="21"/>
          <ac:picMkLst>
            <pc:docMk/>
            <pc:sldMk cId="4040754236" sldId="258"/>
            <ac:picMk id="29" creationId="{1C7A066D-1A28-B04D-A9E6-41BDBF36E305}"/>
          </ac:picMkLst>
        </pc:picChg>
        <pc:cxnChg chg="add del">
          <ac:chgData name="Waleed Akbar" userId="1786173e-2ead-4a19-ae08-bf734da89a66" providerId="ADAL" clId="{60621FF7-8722-544B-999C-13D27DD04231}" dt="2021-05-12T05:27:45.324" v="34" actId="26606"/>
          <ac:cxnSpMkLst>
            <pc:docMk/>
            <pc:sldMk cId="4040754236" sldId="258"/>
            <ac:cxnSpMk id="14" creationId="{822A5670-0F7B-4199-AEAB-33FBA9CEA44D}"/>
          </ac:cxnSpMkLst>
        </pc:cxnChg>
        <pc:cxnChg chg="add del">
          <ac:chgData name="Waleed Akbar" userId="1786173e-2ead-4a19-ae08-bf734da89a66" providerId="ADAL" clId="{60621FF7-8722-544B-999C-13D27DD04231}" dt="2021-05-12T05:27:45.324" v="34" actId="26606"/>
          <ac:cxnSpMkLst>
            <pc:docMk/>
            <pc:sldMk cId="4040754236" sldId="258"/>
            <ac:cxnSpMk id="16" creationId="{8BB1744D-A7DF-4B65-B6E3-DCF12BB2D869}"/>
          </ac:cxnSpMkLst>
        </pc:cxnChg>
        <pc:cxnChg chg="add del">
          <ac:chgData name="Waleed Akbar" userId="1786173e-2ead-4a19-ae08-bf734da89a66" providerId="ADAL" clId="{60621FF7-8722-544B-999C-13D27DD04231}" dt="2021-05-12T05:27:45.324" v="34" actId="26606"/>
          <ac:cxnSpMkLst>
            <pc:docMk/>
            <pc:sldMk cId="4040754236" sldId="258"/>
            <ac:cxnSpMk id="18" creationId="{882DD753-EA38-4E86-91FB-05041A44A28E}"/>
          </ac:cxnSpMkLst>
        </pc:cxnChg>
        <pc:cxnChg chg="add del">
          <ac:chgData name="Waleed Akbar" userId="1786173e-2ead-4a19-ae08-bf734da89a66" providerId="ADAL" clId="{60621FF7-8722-544B-999C-13D27DD04231}" dt="2021-05-12T05:27:45.324" v="34" actId="26606"/>
          <ac:cxnSpMkLst>
            <pc:docMk/>
            <pc:sldMk cId="4040754236" sldId="258"/>
            <ac:cxnSpMk id="20" creationId="{6DA63E78-7704-45EF-B5D3-EADDF5D82674}"/>
          </ac:cxnSpMkLst>
        </pc:cxnChg>
        <pc:cxnChg chg="add del">
          <ac:chgData name="Waleed Akbar" userId="1786173e-2ead-4a19-ae08-bf734da89a66" providerId="ADAL" clId="{60621FF7-8722-544B-999C-13D27DD04231}" dt="2021-05-12T05:28:11.856" v="38" actId="26606"/>
          <ac:cxnSpMkLst>
            <pc:docMk/>
            <pc:sldMk cId="4040754236" sldId="258"/>
            <ac:cxnSpMk id="22" creationId="{65A18FBF-6157-4210-BEF2-9A6C31FA89AD}"/>
          </ac:cxnSpMkLst>
        </pc:cxnChg>
        <pc:cxnChg chg="add del">
          <ac:chgData name="Waleed Akbar" userId="1786173e-2ead-4a19-ae08-bf734da89a66" providerId="ADAL" clId="{60621FF7-8722-544B-999C-13D27DD04231}" dt="2021-05-12T05:28:11.856" v="38" actId="26606"/>
          <ac:cxnSpMkLst>
            <pc:docMk/>
            <pc:sldMk cId="4040754236" sldId="258"/>
            <ac:cxnSpMk id="24" creationId="{43C9CCA8-3CEC-4CD0-A624-A701C612511D}"/>
          </ac:cxnSpMkLst>
        </pc:cxnChg>
        <pc:cxnChg chg="add del">
          <ac:chgData name="Waleed Akbar" userId="1786173e-2ead-4a19-ae08-bf734da89a66" providerId="ADAL" clId="{60621FF7-8722-544B-999C-13D27DD04231}" dt="2021-05-12T05:28:11.856" v="38" actId="26606"/>
          <ac:cxnSpMkLst>
            <pc:docMk/>
            <pc:sldMk cId="4040754236" sldId="258"/>
            <ac:cxnSpMk id="26" creationId="{A88CB8AF-5631-45C6-BFEC-971C4D6E5836}"/>
          </ac:cxnSpMkLst>
        </pc:cxnChg>
        <pc:cxnChg chg="add del">
          <ac:chgData name="Waleed Akbar" userId="1786173e-2ead-4a19-ae08-bf734da89a66" providerId="ADAL" clId="{60621FF7-8722-544B-999C-13D27DD04231}" dt="2021-05-12T05:28:11.856" v="38" actId="26606"/>
          <ac:cxnSpMkLst>
            <pc:docMk/>
            <pc:sldMk cId="4040754236" sldId="258"/>
            <ac:cxnSpMk id="27" creationId="{9F2EA1AF-73AB-4FCB-B4EE-0E42E7250F64}"/>
          </ac:cxnSpMkLst>
        </pc:cxnChg>
        <pc:cxnChg chg="add">
          <ac:chgData name="Waleed Akbar" userId="1786173e-2ead-4a19-ae08-bf734da89a66" providerId="ADAL" clId="{60621FF7-8722-544B-999C-13D27DD04231}" dt="2021-05-12T13:23:38.785" v="482" actId="26606"/>
          <ac:cxnSpMkLst>
            <pc:docMk/>
            <pc:sldMk cId="4040754236" sldId="258"/>
            <ac:cxnSpMk id="28" creationId="{982DC870-E8E5-4050-B10C-CC24FC67E50A}"/>
          </ac:cxnSpMkLst>
        </pc:cxnChg>
        <pc:cxnChg chg="add">
          <ac:chgData name="Waleed Akbar" userId="1786173e-2ead-4a19-ae08-bf734da89a66" providerId="ADAL" clId="{60621FF7-8722-544B-999C-13D27DD04231}" dt="2021-05-12T13:23:38.785" v="482" actId="26606"/>
          <ac:cxnSpMkLst>
            <pc:docMk/>
            <pc:sldMk cId="4040754236" sldId="258"/>
            <ac:cxnSpMk id="30" creationId="{FF76A74F-C283-4DED-BD4D-086753B7CB00}"/>
          </ac:cxnSpMkLst>
        </pc:cxnChg>
        <pc:cxnChg chg="add">
          <ac:chgData name="Waleed Akbar" userId="1786173e-2ead-4a19-ae08-bf734da89a66" providerId="ADAL" clId="{60621FF7-8722-544B-999C-13D27DD04231}" dt="2021-05-12T13:23:38.785" v="482" actId="26606"/>
          <ac:cxnSpMkLst>
            <pc:docMk/>
            <pc:sldMk cId="4040754236" sldId="258"/>
            <ac:cxnSpMk id="33" creationId="{3B2791FB-B2F7-4BBE-B8D8-74C37FF9E85C}"/>
          </ac:cxnSpMkLst>
        </pc:cxnChg>
        <pc:cxnChg chg="add">
          <ac:chgData name="Waleed Akbar" userId="1786173e-2ead-4a19-ae08-bf734da89a66" providerId="ADAL" clId="{60621FF7-8722-544B-999C-13D27DD04231}" dt="2021-05-12T13:23:38.785" v="482" actId="26606"/>
          <ac:cxnSpMkLst>
            <pc:docMk/>
            <pc:sldMk cId="4040754236" sldId="258"/>
            <ac:cxnSpMk id="35" creationId="{9891B5DE-6811-4844-BB18-472A3F360EE5}"/>
          </ac:cxnSpMkLst>
        </pc:cxnChg>
        <pc:cxnChg chg="add del">
          <ac:chgData name="Waleed Akbar" userId="1786173e-2ead-4a19-ae08-bf734da89a66" providerId="ADAL" clId="{60621FF7-8722-544B-999C-13D27DD04231}" dt="2021-05-12T05:30:31.685" v="53" actId="26606"/>
          <ac:cxnSpMkLst>
            <pc:docMk/>
            <pc:sldMk cId="4040754236" sldId="258"/>
            <ac:cxnSpMk id="36" creationId="{A88CB8AF-5631-45C6-BFEC-971C4D6E5836}"/>
          </ac:cxnSpMkLst>
        </pc:cxnChg>
        <pc:cxnChg chg="add">
          <ac:chgData name="Waleed Akbar" userId="1786173e-2ead-4a19-ae08-bf734da89a66" providerId="ADAL" clId="{60621FF7-8722-544B-999C-13D27DD04231}" dt="2021-05-12T13:23:38.785" v="482" actId="26606"/>
          <ac:cxnSpMkLst>
            <pc:docMk/>
            <pc:sldMk cId="4040754236" sldId="258"/>
            <ac:cxnSpMk id="37" creationId="{77A9CA3A-7216-41E0-B3CD-058077FD396D}"/>
          </ac:cxnSpMkLst>
        </pc:cxnChg>
        <pc:cxnChg chg="add del">
          <ac:chgData name="Waleed Akbar" userId="1786173e-2ead-4a19-ae08-bf734da89a66" providerId="ADAL" clId="{60621FF7-8722-544B-999C-13D27DD04231}" dt="2021-05-12T05:30:31.685" v="53" actId="26606"/>
          <ac:cxnSpMkLst>
            <pc:docMk/>
            <pc:sldMk cId="4040754236" sldId="258"/>
            <ac:cxnSpMk id="38" creationId="{9F2EA1AF-73AB-4FCB-B4EE-0E42E7250F64}"/>
          </ac:cxnSpMkLst>
        </pc:cxnChg>
        <pc:cxnChg chg="add del">
          <ac:chgData name="Waleed Akbar" userId="1786173e-2ead-4a19-ae08-bf734da89a66" providerId="ADAL" clId="{60621FF7-8722-544B-999C-13D27DD04231}" dt="2021-05-12T05:30:31.685" v="53" actId="26606"/>
          <ac:cxnSpMkLst>
            <pc:docMk/>
            <pc:sldMk cId="4040754236" sldId="258"/>
            <ac:cxnSpMk id="40" creationId="{65A18FBF-6157-4210-BEF2-9A6C31FA89AD}"/>
          </ac:cxnSpMkLst>
        </pc:cxnChg>
        <pc:cxnChg chg="add del">
          <ac:chgData name="Waleed Akbar" userId="1786173e-2ead-4a19-ae08-bf734da89a66" providerId="ADAL" clId="{60621FF7-8722-544B-999C-13D27DD04231}" dt="2021-05-12T05:30:31.685" v="53" actId="26606"/>
          <ac:cxnSpMkLst>
            <pc:docMk/>
            <pc:sldMk cId="4040754236" sldId="258"/>
            <ac:cxnSpMk id="42" creationId="{43C9CCA8-3CEC-4CD0-A624-A701C612511D}"/>
          </ac:cxnSpMkLst>
        </pc:cxnChg>
        <pc:cxnChg chg="add del">
          <ac:chgData name="Waleed Akbar" userId="1786173e-2ead-4a19-ae08-bf734da89a66" providerId="ADAL" clId="{60621FF7-8722-544B-999C-13D27DD04231}" dt="2021-05-12T05:30:31.685" v="53" actId="26606"/>
          <ac:cxnSpMkLst>
            <pc:docMk/>
            <pc:sldMk cId="4040754236" sldId="258"/>
            <ac:cxnSpMk id="44" creationId="{DDFDA711-2183-447C-AA6C-B1B5643763B1}"/>
          </ac:cxnSpMkLst>
        </pc:cxnChg>
      </pc:sldChg>
      <pc:sldChg chg="addSp delSp modSp new del mod">
        <pc:chgData name="Waleed Akbar" userId="1786173e-2ead-4a19-ae08-bf734da89a66" providerId="ADAL" clId="{60621FF7-8722-544B-999C-13D27DD04231}" dt="2021-05-12T13:28:39.264" v="673" actId="2696"/>
        <pc:sldMkLst>
          <pc:docMk/>
          <pc:sldMk cId="2721220717" sldId="259"/>
        </pc:sldMkLst>
        <pc:spChg chg="del">
          <ac:chgData name="Waleed Akbar" userId="1786173e-2ead-4a19-ae08-bf734da89a66" providerId="ADAL" clId="{60621FF7-8722-544B-999C-13D27DD04231}" dt="2021-05-12T05:28:21.844" v="40"/>
          <ac:spMkLst>
            <pc:docMk/>
            <pc:sldMk cId="2721220717" sldId="259"/>
            <ac:spMk id="3" creationId="{70B44A52-A588-684C-AE66-345B9EFADCE7}"/>
          </ac:spMkLst>
        </pc:spChg>
        <pc:spChg chg="add mod">
          <ac:chgData name="Waleed Akbar" userId="1786173e-2ead-4a19-ae08-bf734da89a66" providerId="ADAL" clId="{60621FF7-8722-544B-999C-13D27DD04231}" dt="2021-05-12T05:28:37.983" v="41" actId="21"/>
          <ac:spMkLst>
            <pc:docMk/>
            <pc:sldMk cId="2721220717" sldId="259"/>
            <ac:spMk id="8" creationId="{78414ED4-4E01-B941-99AA-5D04D0A41D60}"/>
          </ac:spMkLst>
        </pc:spChg>
        <pc:picChg chg="add del mod">
          <ac:chgData name="Waleed Akbar" userId="1786173e-2ead-4a19-ae08-bf734da89a66" providerId="ADAL" clId="{60621FF7-8722-544B-999C-13D27DD04231}" dt="2021-05-12T05:28:15.711" v="39" actId="21"/>
          <ac:picMkLst>
            <pc:docMk/>
            <pc:sldMk cId="2721220717" sldId="259"/>
            <ac:picMk id="4" creationId="{9A67419E-2841-ED43-BB65-81E7FB1D3E7F}"/>
          </ac:picMkLst>
        </pc:picChg>
        <pc:picChg chg="add del mod">
          <ac:chgData name="Waleed Akbar" userId="1786173e-2ead-4a19-ae08-bf734da89a66" providerId="ADAL" clId="{60621FF7-8722-544B-999C-13D27DD04231}" dt="2021-05-12T05:27:51.925" v="36" actId="21"/>
          <ac:picMkLst>
            <pc:docMk/>
            <pc:sldMk cId="2721220717" sldId="259"/>
            <ac:picMk id="5" creationId="{6EF88EF7-0208-884B-B2EA-B8E9BEA7F93E}"/>
          </ac:picMkLst>
        </pc:picChg>
        <pc:picChg chg="add del mod">
          <ac:chgData name="Waleed Akbar" userId="1786173e-2ead-4a19-ae08-bf734da89a66" providerId="ADAL" clId="{60621FF7-8722-544B-999C-13D27DD04231}" dt="2021-05-12T05:28:37.983" v="41" actId="21"/>
          <ac:picMkLst>
            <pc:docMk/>
            <pc:sldMk cId="2721220717" sldId="259"/>
            <ac:picMk id="6" creationId="{6878B72C-EF48-E14B-AFB2-1DC9DBA4831B}"/>
          </ac:picMkLst>
        </pc:picChg>
        <pc:picChg chg="add del mod">
          <ac:chgData name="Waleed Akbar" userId="1786173e-2ead-4a19-ae08-bf734da89a66" providerId="ADAL" clId="{60621FF7-8722-544B-999C-13D27DD04231}" dt="2021-05-12T05:29:24.201" v="48" actId="21"/>
          <ac:picMkLst>
            <pc:docMk/>
            <pc:sldMk cId="2721220717" sldId="259"/>
            <ac:picMk id="9" creationId="{A89F407B-1B32-254D-A1A9-D78D977B1FDB}"/>
          </ac:picMkLst>
        </pc:picChg>
        <pc:picChg chg="add del mod">
          <ac:chgData name="Waleed Akbar" userId="1786173e-2ead-4a19-ae08-bf734da89a66" providerId="ADAL" clId="{60621FF7-8722-544B-999C-13D27DD04231}" dt="2021-05-12T13:27:24.351" v="652" actId="21"/>
          <ac:picMkLst>
            <pc:docMk/>
            <pc:sldMk cId="2721220717" sldId="259"/>
            <ac:picMk id="10" creationId="{B40ED52C-5AC8-1242-BBED-8AC06E54D009}"/>
          </ac:picMkLst>
        </pc:picChg>
      </pc:sldChg>
      <pc:sldChg chg="addSp delSp modSp new mod setBg setClrOvrMap">
        <pc:chgData name="Waleed Akbar" userId="1786173e-2ead-4a19-ae08-bf734da89a66" providerId="ADAL" clId="{60621FF7-8722-544B-999C-13D27DD04231}" dt="2021-05-12T13:34:13.076" v="773" actId="20577"/>
        <pc:sldMkLst>
          <pc:docMk/>
          <pc:sldMk cId="2230264652" sldId="260"/>
        </pc:sldMkLst>
        <pc:spChg chg="mod">
          <ac:chgData name="Waleed Akbar" userId="1786173e-2ead-4a19-ae08-bf734da89a66" providerId="ADAL" clId="{60621FF7-8722-544B-999C-13D27DD04231}" dt="2021-05-12T05:34:25.241" v="120" actId="20577"/>
          <ac:spMkLst>
            <pc:docMk/>
            <pc:sldMk cId="2230264652" sldId="260"/>
            <ac:spMk id="2" creationId="{6035FBE5-C8BC-E646-B4B5-30B3BB230B15}"/>
          </ac:spMkLst>
        </pc:spChg>
        <pc:spChg chg="del">
          <ac:chgData name="Waleed Akbar" userId="1786173e-2ead-4a19-ae08-bf734da89a66" providerId="ADAL" clId="{60621FF7-8722-544B-999C-13D27DD04231}" dt="2021-05-12T05:33:40.930" v="94" actId="931"/>
          <ac:spMkLst>
            <pc:docMk/>
            <pc:sldMk cId="2230264652" sldId="260"/>
            <ac:spMk id="3" creationId="{1529BDE5-6C06-0247-ACD1-72FB17DC5482}"/>
          </ac:spMkLst>
        </pc:spChg>
        <pc:spChg chg="add mod">
          <ac:chgData name="Waleed Akbar" userId="1786173e-2ead-4a19-ae08-bf734da89a66" providerId="ADAL" clId="{60621FF7-8722-544B-999C-13D27DD04231}" dt="2021-05-12T13:30:46.011" v="692" actId="122"/>
          <ac:spMkLst>
            <pc:docMk/>
            <pc:sldMk cId="2230264652" sldId="260"/>
            <ac:spMk id="3" creationId="{68E43B27-2B96-2649-90E9-33DA84DE508A}"/>
          </ac:spMkLst>
        </pc:spChg>
        <pc:spChg chg="add mod">
          <ac:chgData name="Waleed Akbar" userId="1786173e-2ead-4a19-ae08-bf734da89a66" providerId="ADAL" clId="{60621FF7-8722-544B-999C-13D27DD04231}" dt="2021-05-12T13:31:23.277" v="699" actId="20577"/>
          <ac:spMkLst>
            <pc:docMk/>
            <pc:sldMk cId="2230264652" sldId="260"/>
            <ac:spMk id="10" creationId="{73BE446F-9291-064B-B03A-546206DBA282}"/>
          </ac:spMkLst>
        </pc:spChg>
        <pc:spChg chg="add del mod">
          <ac:chgData name="Waleed Akbar" userId="1786173e-2ead-4a19-ae08-bf734da89a66" providerId="ADAL" clId="{60621FF7-8722-544B-999C-13D27DD04231}" dt="2021-05-12T13:32:37.344" v="741" actId="478"/>
          <ac:spMkLst>
            <pc:docMk/>
            <pc:sldMk cId="2230264652" sldId="260"/>
            <ac:spMk id="12" creationId="{CBC85640-699F-A54B-9D49-21598BF124C7}"/>
          </ac:spMkLst>
        </pc:spChg>
        <pc:spChg chg="add del mod">
          <ac:chgData name="Waleed Akbar" userId="1786173e-2ead-4a19-ae08-bf734da89a66" providerId="ADAL" clId="{60621FF7-8722-544B-999C-13D27DD04231}" dt="2021-05-12T13:32:36.168" v="740" actId="478"/>
          <ac:spMkLst>
            <pc:docMk/>
            <pc:sldMk cId="2230264652" sldId="260"/>
            <ac:spMk id="14" creationId="{820CE642-80F4-264B-98C3-B3BD1324A736}"/>
          </ac:spMkLst>
        </pc:spChg>
        <pc:spChg chg="add mod">
          <ac:chgData name="Waleed Akbar" userId="1786173e-2ead-4a19-ae08-bf734da89a66" providerId="ADAL" clId="{60621FF7-8722-544B-999C-13D27DD04231}" dt="2021-05-12T13:33:51.905" v="770" actId="20577"/>
          <ac:spMkLst>
            <pc:docMk/>
            <pc:sldMk cId="2230264652" sldId="260"/>
            <ac:spMk id="15" creationId="{1600F6C8-06C5-3744-91C9-9DAB2644A196}"/>
          </ac:spMkLst>
        </pc:spChg>
        <pc:spChg chg="add del mod">
          <ac:chgData name="Waleed Akbar" userId="1786173e-2ead-4a19-ae08-bf734da89a66" providerId="ADAL" clId="{60621FF7-8722-544B-999C-13D27DD04231}" dt="2021-05-12T13:33:14.758" v="753" actId="20577"/>
          <ac:spMkLst>
            <pc:docMk/>
            <pc:sldMk cId="2230264652" sldId="260"/>
            <ac:spMk id="16" creationId="{019AD0E9-75D7-6643-B3F3-CF9EB5AC0456}"/>
          </ac:spMkLst>
        </pc:spChg>
        <pc:spChg chg="add mod">
          <ac:chgData name="Waleed Akbar" userId="1786173e-2ead-4a19-ae08-bf734da89a66" providerId="ADAL" clId="{60621FF7-8722-544B-999C-13D27DD04231}" dt="2021-05-12T13:34:13.076" v="773" actId="20577"/>
          <ac:spMkLst>
            <pc:docMk/>
            <pc:sldMk cId="2230264652" sldId="260"/>
            <ac:spMk id="17" creationId="{41E67D0B-39D7-1B47-944E-A0AB299CF7C0}"/>
          </ac:spMkLst>
        </pc:spChg>
        <pc:spChg chg="add del">
          <ac:chgData name="Waleed Akbar" userId="1786173e-2ead-4a19-ae08-bf734da89a66" providerId="ADAL" clId="{60621FF7-8722-544B-999C-13D27DD04231}" dt="2021-05-12T05:34:16.832" v="106" actId="26606"/>
          <ac:spMkLst>
            <pc:docMk/>
            <pc:sldMk cId="2230264652" sldId="260"/>
            <ac:spMk id="17" creationId="{E2F5A240-D982-4B3D-B24A-F64247B39FAC}"/>
          </ac:spMkLst>
        </pc:spChg>
        <pc:picChg chg="add mod ord">
          <ac:chgData name="Waleed Akbar" userId="1786173e-2ead-4a19-ae08-bf734da89a66" providerId="ADAL" clId="{60621FF7-8722-544B-999C-13D27DD04231}" dt="2021-05-12T05:34:16.838" v="107" actId="26606"/>
          <ac:picMkLst>
            <pc:docMk/>
            <pc:sldMk cId="2230264652" sldId="260"/>
            <ac:picMk id="5" creationId="{CA0ED2BD-25CC-CB4D-8252-16E8A136124A}"/>
          </ac:picMkLst>
        </pc:picChg>
        <pc:picChg chg="add mod">
          <ac:chgData name="Waleed Akbar" userId="1786173e-2ead-4a19-ae08-bf734da89a66" providerId="ADAL" clId="{60621FF7-8722-544B-999C-13D27DD04231}" dt="2021-05-12T05:34:16.838" v="107" actId="26606"/>
          <ac:picMkLst>
            <pc:docMk/>
            <pc:sldMk cId="2230264652" sldId="260"/>
            <ac:picMk id="7" creationId="{05533F20-5A12-E747-B699-ADB86F8C6BCC}"/>
          </ac:picMkLst>
        </pc:picChg>
        <pc:picChg chg="add mod ord">
          <ac:chgData name="Waleed Akbar" userId="1786173e-2ead-4a19-ae08-bf734da89a66" providerId="ADAL" clId="{60621FF7-8722-544B-999C-13D27DD04231}" dt="2021-05-12T05:34:16.838" v="107" actId="26606"/>
          <ac:picMkLst>
            <pc:docMk/>
            <pc:sldMk cId="2230264652" sldId="260"/>
            <ac:picMk id="9" creationId="{FC6036D6-42A8-3541-8019-34261E81CD86}"/>
          </ac:picMkLst>
        </pc:picChg>
        <pc:picChg chg="add mod ord">
          <ac:chgData name="Waleed Akbar" userId="1786173e-2ead-4a19-ae08-bf734da89a66" providerId="ADAL" clId="{60621FF7-8722-544B-999C-13D27DD04231}" dt="2021-05-12T13:29:02.373" v="675" actId="14100"/>
          <ac:picMkLst>
            <pc:docMk/>
            <pc:sldMk cId="2230264652" sldId="260"/>
            <ac:picMk id="11" creationId="{ACF4E9E4-684D-F647-934B-1CCF943A6145}"/>
          </ac:picMkLst>
        </pc:picChg>
        <pc:picChg chg="add mod ord">
          <ac:chgData name="Waleed Akbar" userId="1786173e-2ead-4a19-ae08-bf734da89a66" providerId="ADAL" clId="{60621FF7-8722-544B-999C-13D27DD04231}" dt="2021-05-12T05:34:16.838" v="107" actId="26606"/>
          <ac:picMkLst>
            <pc:docMk/>
            <pc:sldMk cId="2230264652" sldId="260"/>
            <ac:picMk id="13" creationId="{862C2729-DD24-4B45-A8BA-69E645D426B9}"/>
          </ac:picMkLst>
        </pc:picChg>
        <pc:cxnChg chg="add del">
          <ac:chgData name="Waleed Akbar" userId="1786173e-2ead-4a19-ae08-bf734da89a66" providerId="ADAL" clId="{60621FF7-8722-544B-999C-13D27DD04231}" dt="2021-05-12T05:34:16.832" v="106" actId="26606"/>
          <ac:cxnSpMkLst>
            <pc:docMk/>
            <pc:sldMk cId="2230264652" sldId="260"/>
            <ac:cxnSpMk id="20" creationId="{822A5670-0F7B-4199-AEAB-33FBA9CEA44D}"/>
          </ac:cxnSpMkLst>
        </pc:cxnChg>
        <pc:cxnChg chg="add del">
          <ac:chgData name="Waleed Akbar" userId="1786173e-2ead-4a19-ae08-bf734da89a66" providerId="ADAL" clId="{60621FF7-8722-544B-999C-13D27DD04231}" dt="2021-05-12T05:34:16.832" v="106" actId="26606"/>
          <ac:cxnSpMkLst>
            <pc:docMk/>
            <pc:sldMk cId="2230264652" sldId="260"/>
            <ac:cxnSpMk id="22" creationId="{8BB1744D-A7DF-4B65-B6E3-DCF12BB2D869}"/>
          </ac:cxnSpMkLst>
        </pc:cxnChg>
        <pc:cxnChg chg="add del">
          <ac:chgData name="Waleed Akbar" userId="1786173e-2ead-4a19-ae08-bf734da89a66" providerId="ADAL" clId="{60621FF7-8722-544B-999C-13D27DD04231}" dt="2021-05-12T05:34:16.832" v="106" actId="26606"/>
          <ac:cxnSpMkLst>
            <pc:docMk/>
            <pc:sldMk cId="2230264652" sldId="260"/>
            <ac:cxnSpMk id="24" creationId="{882DD753-EA38-4E86-91FB-05041A44A28E}"/>
          </ac:cxnSpMkLst>
        </pc:cxnChg>
        <pc:cxnChg chg="add del">
          <ac:chgData name="Waleed Akbar" userId="1786173e-2ead-4a19-ae08-bf734da89a66" providerId="ADAL" clId="{60621FF7-8722-544B-999C-13D27DD04231}" dt="2021-05-12T05:34:16.832" v="106" actId="26606"/>
          <ac:cxnSpMkLst>
            <pc:docMk/>
            <pc:sldMk cId="2230264652" sldId="260"/>
            <ac:cxnSpMk id="26" creationId="{6DA63E78-7704-45EF-B5D3-EADDF5D82674}"/>
          </ac:cxnSpMkLst>
        </pc:cxnChg>
      </pc:sldChg>
      <pc:sldChg chg="addSp delSp modSp new mod setBg setClrOvrMap">
        <pc:chgData name="Waleed Akbar" userId="1786173e-2ead-4a19-ae08-bf734da89a66" providerId="ADAL" clId="{60621FF7-8722-544B-999C-13D27DD04231}" dt="2021-05-12T13:43:52.614" v="1139" actId="1036"/>
        <pc:sldMkLst>
          <pc:docMk/>
          <pc:sldMk cId="1778041163" sldId="261"/>
        </pc:sldMkLst>
        <pc:spChg chg="mod ord">
          <ac:chgData name="Waleed Akbar" userId="1786173e-2ead-4a19-ae08-bf734da89a66" providerId="ADAL" clId="{60621FF7-8722-544B-999C-13D27DD04231}" dt="2021-05-12T13:34:45.548" v="774" actId="26606"/>
          <ac:spMkLst>
            <pc:docMk/>
            <pc:sldMk cId="1778041163" sldId="261"/>
            <ac:spMk id="2" creationId="{16E83CBA-A67A-9146-9215-EEC43F89D76D}"/>
          </ac:spMkLst>
        </pc:spChg>
        <pc:spChg chg="del">
          <ac:chgData name="Waleed Akbar" userId="1786173e-2ead-4a19-ae08-bf734da89a66" providerId="ADAL" clId="{60621FF7-8722-544B-999C-13D27DD04231}" dt="2021-05-12T05:35:29.787" v="122" actId="931"/>
          <ac:spMkLst>
            <pc:docMk/>
            <pc:sldMk cId="1778041163" sldId="261"/>
            <ac:spMk id="3" creationId="{4F152574-5D5C-F844-94F6-3A74F9717743}"/>
          </ac:spMkLst>
        </pc:spChg>
        <pc:spChg chg="add mod">
          <ac:chgData name="Waleed Akbar" userId="1786173e-2ead-4a19-ae08-bf734da89a66" providerId="ADAL" clId="{60621FF7-8722-544B-999C-13D27DD04231}" dt="2021-05-12T13:41:06.437" v="1044" actId="1076"/>
          <ac:spMkLst>
            <pc:docMk/>
            <pc:sldMk cId="1778041163" sldId="261"/>
            <ac:spMk id="16" creationId="{A515BBA4-F1A7-9A41-916A-43529780AE2D}"/>
          </ac:spMkLst>
        </pc:spChg>
        <pc:spChg chg="add">
          <ac:chgData name="Waleed Akbar" userId="1786173e-2ead-4a19-ae08-bf734da89a66" providerId="ADAL" clId="{60621FF7-8722-544B-999C-13D27DD04231}" dt="2021-05-12T13:34:45.548" v="774" actId="26606"/>
          <ac:spMkLst>
            <pc:docMk/>
            <pc:sldMk cId="1778041163" sldId="261"/>
            <ac:spMk id="17" creationId="{A5A17FC0-D416-4C8B-A9E6-5924D352B986}"/>
          </ac:spMkLst>
        </pc:spChg>
        <pc:spChg chg="add del mod">
          <ac:chgData name="Waleed Akbar" userId="1786173e-2ead-4a19-ae08-bf734da89a66" providerId="ADAL" clId="{60621FF7-8722-544B-999C-13D27DD04231}" dt="2021-05-12T13:41:01.474" v="1043" actId="478"/>
          <ac:spMkLst>
            <pc:docMk/>
            <pc:sldMk cId="1778041163" sldId="261"/>
            <ac:spMk id="19" creationId="{4F6B928A-E08B-6C43-99D5-5BDDBB0662C0}"/>
          </ac:spMkLst>
        </pc:spChg>
        <pc:spChg chg="add del">
          <ac:chgData name="Waleed Akbar" userId="1786173e-2ead-4a19-ae08-bf734da89a66" providerId="ADAL" clId="{60621FF7-8722-544B-999C-13D27DD04231}" dt="2021-05-12T05:36:25.467" v="150" actId="478"/>
          <ac:spMkLst>
            <pc:docMk/>
            <pc:sldMk cId="1778041163" sldId="261"/>
            <ac:spMk id="19" creationId="{DABBE8D6-B0E1-4024-9045-37E31ADF8127}"/>
          </ac:spMkLst>
        </pc:spChg>
        <pc:spChg chg="add mod">
          <ac:chgData name="Waleed Akbar" userId="1786173e-2ead-4a19-ae08-bf734da89a66" providerId="ADAL" clId="{60621FF7-8722-544B-999C-13D27DD04231}" dt="2021-05-12T13:41:27.057" v="1054" actId="1036"/>
          <ac:spMkLst>
            <pc:docMk/>
            <pc:sldMk cId="1778041163" sldId="261"/>
            <ac:spMk id="20" creationId="{A172CBE0-62D0-694F-8883-1835AEE2C0A4}"/>
          </ac:spMkLst>
        </pc:spChg>
        <pc:spChg chg="add del">
          <ac:chgData name="Waleed Akbar" userId="1786173e-2ead-4a19-ae08-bf734da89a66" providerId="ADAL" clId="{60621FF7-8722-544B-999C-13D27DD04231}" dt="2021-05-12T05:36:00.813" v="136" actId="26606"/>
          <ac:spMkLst>
            <pc:docMk/>
            <pc:sldMk cId="1778041163" sldId="261"/>
            <ac:spMk id="20" creationId="{A5A17FC0-D416-4C8B-A9E6-5924D352B986}"/>
          </ac:spMkLst>
        </pc:spChg>
        <pc:spChg chg="add mod">
          <ac:chgData name="Waleed Akbar" userId="1786173e-2ead-4a19-ae08-bf734da89a66" providerId="ADAL" clId="{60621FF7-8722-544B-999C-13D27DD04231}" dt="2021-05-12T13:39:47.158" v="1016" actId="20577"/>
          <ac:spMkLst>
            <pc:docMk/>
            <pc:sldMk cId="1778041163" sldId="261"/>
            <ac:spMk id="22" creationId="{94ADE975-A46F-E44C-B299-F48476CDBDCA}"/>
          </ac:spMkLst>
        </pc:spChg>
        <pc:spChg chg="add mod">
          <ac:chgData name="Waleed Akbar" userId="1786173e-2ead-4a19-ae08-bf734da89a66" providerId="ADAL" clId="{60621FF7-8722-544B-999C-13D27DD04231}" dt="2021-05-12T13:37:32.630" v="937" actId="1076"/>
          <ac:spMkLst>
            <pc:docMk/>
            <pc:sldMk cId="1778041163" sldId="261"/>
            <ac:spMk id="24" creationId="{F340B1ED-851C-6B4C-A72E-57EB1F46B9C3}"/>
          </ac:spMkLst>
        </pc:spChg>
        <pc:spChg chg="add del mod">
          <ac:chgData name="Waleed Akbar" userId="1786173e-2ead-4a19-ae08-bf734da89a66" providerId="ADAL" clId="{60621FF7-8722-544B-999C-13D27DD04231}" dt="2021-05-12T13:40:44.064" v="1033" actId="478"/>
          <ac:spMkLst>
            <pc:docMk/>
            <pc:sldMk cId="1778041163" sldId="261"/>
            <ac:spMk id="26" creationId="{0EFD7809-02CE-E94B-A6F3-FA1A553A0B64}"/>
          </ac:spMkLst>
        </pc:spChg>
        <pc:spChg chg="add mod">
          <ac:chgData name="Waleed Akbar" userId="1786173e-2ead-4a19-ae08-bf734da89a66" providerId="ADAL" clId="{60621FF7-8722-544B-999C-13D27DD04231}" dt="2021-05-12T13:37:37.191" v="939" actId="1076"/>
          <ac:spMkLst>
            <pc:docMk/>
            <pc:sldMk cId="1778041163" sldId="261"/>
            <ac:spMk id="28" creationId="{9040EF78-AADE-6142-B0B6-6D012494B0FA}"/>
          </ac:spMkLst>
        </pc:spChg>
        <pc:spChg chg="add mod">
          <ac:chgData name="Waleed Akbar" userId="1786173e-2ead-4a19-ae08-bf734da89a66" providerId="ADAL" clId="{60621FF7-8722-544B-999C-13D27DD04231}" dt="2021-05-12T13:41:47.847" v="1101" actId="1076"/>
          <ac:spMkLst>
            <pc:docMk/>
            <pc:sldMk cId="1778041163" sldId="261"/>
            <ac:spMk id="29" creationId="{8CCB422B-A821-7848-A56C-E93F1C4DF9BA}"/>
          </ac:spMkLst>
        </pc:spChg>
        <pc:spChg chg="add mod">
          <ac:chgData name="Waleed Akbar" userId="1786173e-2ead-4a19-ae08-bf734da89a66" providerId="ADAL" clId="{60621FF7-8722-544B-999C-13D27DD04231}" dt="2021-05-12T13:43:12.757" v="1121" actId="20577"/>
          <ac:spMkLst>
            <pc:docMk/>
            <pc:sldMk cId="1778041163" sldId="261"/>
            <ac:spMk id="30" creationId="{26EF1D3B-A3E1-A94E-A851-EF7D58DA3C9A}"/>
          </ac:spMkLst>
        </pc:spChg>
        <pc:spChg chg="add del">
          <ac:chgData name="Waleed Akbar" userId="1786173e-2ead-4a19-ae08-bf734da89a66" providerId="ADAL" clId="{60621FF7-8722-544B-999C-13D27DD04231}" dt="2021-05-12T05:36:11.332" v="138" actId="26606"/>
          <ac:spMkLst>
            <pc:docMk/>
            <pc:sldMk cId="1778041163" sldId="261"/>
            <ac:spMk id="32" creationId="{A5A17FC0-D416-4C8B-A9E6-5924D352B986}"/>
          </ac:spMkLst>
        </pc:spChg>
        <pc:picChg chg="add mod">
          <ac:chgData name="Waleed Akbar" userId="1786173e-2ead-4a19-ae08-bf734da89a66" providerId="ADAL" clId="{60621FF7-8722-544B-999C-13D27DD04231}" dt="2021-05-12T13:43:18.412" v="1136" actId="1038"/>
          <ac:picMkLst>
            <pc:docMk/>
            <pc:sldMk cId="1778041163" sldId="261"/>
            <ac:picMk id="4" creationId="{3AA0898C-7E18-584F-9414-F8EA56CE8E43}"/>
          </ac:picMkLst>
        </pc:picChg>
        <pc:picChg chg="add mod ord">
          <ac:chgData name="Waleed Akbar" userId="1786173e-2ead-4a19-ae08-bf734da89a66" providerId="ADAL" clId="{60621FF7-8722-544B-999C-13D27DD04231}" dt="2021-05-12T13:41:43.937" v="1100" actId="1076"/>
          <ac:picMkLst>
            <pc:docMk/>
            <pc:sldMk cId="1778041163" sldId="261"/>
            <ac:picMk id="5" creationId="{22809244-5CD7-8046-81AC-F58568BEE086}"/>
          </ac:picMkLst>
        </pc:picChg>
        <pc:picChg chg="add mod ord">
          <ac:chgData name="Waleed Akbar" userId="1786173e-2ead-4a19-ae08-bf734da89a66" providerId="ADAL" clId="{60621FF7-8722-544B-999C-13D27DD04231}" dt="2021-05-12T13:43:52.614" v="1139" actId="1036"/>
          <ac:picMkLst>
            <pc:docMk/>
            <pc:sldMk cId="1778041163" sldId="261"/>
            <ac:picMk id="7" creationId="{BCB63E71-0F0B-A341-A83C-8EE204602148}"/>
          </ac:picMkLst>
        </pc:picChg>
        <pc:picChg chg="add mod ord modCrop">
          <ac:chgData name="Waleed Akbar" userId="1786173e-2ead-4a19-ae08-bf734da89a66" providerId="ADAL" clId="{60621FF7-8722-544B-999C-13D27DD04231}" dt="2021-05-12T13:35:29.050" v="835" actId="14100"/>
          <ac:picMkLst>
            <pc:docMk/>
            <pc:sldMk cId="1778041163" sldId="261"/>
            <ac:picMk id="9" creationId="{BC0C165A-B242-3849-9EF8-7824F9D8BFA0}"/>
          </ac:picMkLst>
        </pc:picChg>
        <pc:picChg chg="add mod ord modCrop">
          <ac:chgData name="Waleed Akbar" userId="1786173e-2ead-4a19-ae08-bf734da89a66" providerId="ADAL" clId="{60621FF7-8722-544B-999C-13D27DD04231}" dt="2021-05-12T13:38:30.080" v="1011" actId="1038"/>
          <ac:picMkLst>
            <pc:docMk/>
            <pc:sldMk cId="1778041163" sldId="261"/>
            <ac:picMk id="11" creationId="{0B1E4C25-902B-AF46-B1E8-57C0E91C1A0B}"/>
          </ac:picMkLst>
        </pc:picChg>
        <pc:picChg chg="add mod ord modCrop">
          <ac:chgData name="Waleed Akbar" userId="1786173e-2ead-4a19-ae08-bf734da89a66" providerId="ADAL" clId="{60621FF7-8722-544B-999C-13D27DD04231}" dt="2021-05-12T13:37:54.012" v="964" actId="732"/>
          <ac:picMkLst>
            <pc:docMk/>
            <pc:sldMk cId="1778041163" sldId="261"/>
            <ac:picMk id="13" creationId="{93B0F50F-92FD-F942-97CB-BE8AB5049AEF}"/>
          </ac:picMkLst>
        </pc:picChg>
        <pc:picChg chg="add mod modCrop">
          <ac:chgData name="Waleed Akbar" userId="1786173e-2ead-4a19-ae08-bf734da89a66" providerId="ADAL" clId="{60621FF7-8722-544B-999C-13D27DD04231}" dt="2021-05-12T13:36:50.648" v="921" actId="1037"/>
          <ac:picMkLst>
            <pc:docMk/>
            <pc:sldMk cId="1778041163" sldId="261"/>
            <ac:picMk id="15" creationId="{86067101-45CE-0047-8ECF-2B0C4639E077}"/>
          </ac:picMkLst>
        </pc:picChg>
        <pc:cxnChg chg="add">
          <ac:chgData name="Waleed Akbar" userId="1786173e-2ead-4a19-ae08-bf734da89a66" providerId="ADAL" clId="{60621FF7-8722-544B-999C-13D27DD04231}" dt="2021-05-12T13:34:45.548" v="774" actId="26606"/>
          <ac:cxnSpMkLst>
            <pc:docMk/>
            <pc:sldMk cId="1778041163" sldId="261"/>
            <ac:cxnSpMk id="18" creationId="{982DC870-E8E5-4050-B10C-CC24FC67E50A}"/>
          </ac:cxnSpMkLst>
        </pc:cxnChg>
        <pc:cxnChg chg="add">
          <ac:chgData name="Waleed Akbar" userId="1786173e-2ead-4a19-ae08-bf734da89a66" providerId="ADAL" clId="{60621FF7-8722-544B-999C-13D27DD04231}" dt="2021-05-12T13:34:45.548" v="774" actId="26606"/>
          <ac:cxnSpMkLst>
            <pc:docMk/>
            <pc:sldMk cId="1778041163" sldId="261"/>
            <ac:cxnSpMk id="21" creationId="{FF76A74F-C283-4DED-BD4D-086753B7CB00}"/>
          </ac:cxnSpMkLst>
        </pc:cxnChg>
        <pc:cxnChg chg="add del">
          <ac:chgData name="Waleed Akbar" userId="1786173e-2ead-4a19-ae08-bf734da89a66" providerId="ADAL" clId="{60621FF7-8722-544B-999C-13D27DD04231}" dt="2021-05-12T05:36:00.813" v="136" actId="26606"/>
          <ac:cxnSpMkLst>
            <pc:docMk/>
            <pc:sldMk cId="1778041163" sldId="261"/>
            <ac:cxnSpMk id="22" creationId="{982DC870-E8E5-4050-B10C-CC24FC67E50A}"/>
          </ac:cxnSpMkLst>
        </pc:cxnChg>
        <pc:cxnChg chg="add">
          <ac:chgData name="Waleed Akbar" userId="1786173e-2ead-4a19-ae08-bf734da89a66" providerId="ADAL" clId="{60621FF7-8722-544B-999C-13D27DD04231}" dt="2021-05-12T13:34:45.548" v="774" actId="26606"/>
          <ac:cxnSpMkLst>
            <pc:docMk/>
            <pc:sldMk cId="1778041163" sldId="261"/>
            <ac:cxnSpMk id="23" creationId="{3B2791FB-B2F7-4BBE-B8D8-74C37FF9E85C}"/>
          </ac:cxnSpMkLst>
        </pc:cxnChg>
        <pc:cxnChg chg="add del">
          <ac:chgData name="Waleed Akbar" userId="1786173e-2ead-4a19-ae08-bf734da89a66" providerId="ADAL" clId="{60621FF7-8722-544B-999C-13D27DD04231}" dt="2021-05-12T05:36:00.813" v="136" actId="26606"/>
          <ac:cxnSpMkLst>
            <pc:docMk/>
            <pc:sldMk cId="1778041163" sldId="261"/>
            <ac:cxnSpMk id="24" creationId="{FF76A74F-C283-4DED-BD4D-086753B7CB00}"/>
          </ac:cxnSpMkLst>
        </pc:cxnChg>
        <pc:cxnChg chg="add">
          <ac:chgData name="Waleed Akbar" userId="1786173e-2ead-4a19-ae08-bf734da89a66" providerId="ADAL" clId="{60621FF7-8722-544B-999C-13D27DD04231}" dt="2021-05-12T13:34:45.548" v="774" actId="26606"/>
          <ac:cxnSpMkLst>
            <pc:docMk/>
            <pc:sldMk cId="1778041163" sldId="261"/>
            <ac:cxnSpMk id="25" creationId="{9891B5DE-6811-4844-BB18-472A3F360EE5}"/>
          </ac:cxnSpMkLst>
        </pc:cxnChg>
        <pc:cxnChg chg="add del">
          <ac:chgData name="Waleed Akbar" userId="1786173e-2ead-4a19-ae08-bf734da89a66" providerId="ADAL" clId="{60621FF7-8722-544B-999C-13D27DD04231}" dt="2021-05-12T05:36:00.813" v="136" actId="26606"/>
          <ac:cxnSpMkLst>
            <pc:docMk/>
            <pc:sldMk cId="1778041163" sldId="261"/>
            <ac:cxnSpMk id="26" creationId="{3B2791FB-B2F7-4BBE-B8D8-74C37FF9E85C}"/>
          </ac:cxnSpMkLst>
        </pc:cxnChg>
        <pc:cxnChg chg="add">
          <ac:chgData name="Waleed Akbar" userId="1786173e-2ead-4a19-ae08-bf734da89a66" providerId="ADAL" clId="{60621FF7-8722-544B-999C-13D27DD04231}" dt="2021-05-12T13:34:45.548" v="774" actId="26606"/>
          <ac:cxnSpMkLst>
            <pc:docMk/>
            <pc:sldMk cId="1778041163" sldId="261"/>
            <ac:cxnSpMk id="27" creationId="{77A9CA3A-7216-41E0-B3CD-058077FD396D}"/>
          </ac:cxnSpMkLst>
        </pc:cxnChg>
        <pc:cxnChg chg="add del">
          <ac:chgData name="Waleed Akbar" userId="1786173e-2ead-4a19-ae08-bf734da89a66" providerId="ADAL" clId="{60621FF7-8722-544B-999C-13D27DD04231}" dt="2021-05-12T05:36:00.813" v="136" actId="26606"/>
          <ac:cxnSpMkLst>
            <pc:docMk/>
            <pc:sldMk cId="1778041163" sldId="261"/>
            <ac:cxnSpMk id="28" creationId="{9891B5DE-6811-4844-BB18-472A3F360EE5}"/>
          </ac:cxnSpMkLst>
        </pc:cxnChg>
        <pc:cxnChg chg="add del">
          <ac:chgData name="Waleed Akbar" userId="1786173e-2ead-4a19-ae08-bf734da89a66" providerId="ADAL" clId="{60621FF7-8722-544B-999C-13D27DD04231}" dt="2021-05-12T05:36:00.813" v="136" actId="26606"/>
          <ac:cxnSpMkLst>
            <pc:docMk/>
            <pc:sldMk cId="1778041163" sldId="261"/>
            <ac:cxnSpMk id="30" creationId="{77A9CA3A-7216-41E0-B3CD-058077FD396D}"/>
          </ac:cxnSpMkLst>
        </pc:cxnChg>
        <pc:cxnChg chg="add del">
          <ac:chgData name="Waleed Akbar" userId="1786173e-2ead-4a19-ae08-bf734da89a66" providerId="ADAL" clId="{60621FF7-8722-544B-999C-13D27DD04231}" dt="2021-05-12T05:36:11.332" v="138" actId="26606"/>
          <ac:cxnSpMkLst>
            <pc:docMk/>
            <pc:sldMk cId="1778041163" sldId="261"/>
            <ac:cxnSpMk id="33" creationId="{982DC870-E8E5-4050-B10C-CC24FC67E50A}"/>
          </ac:cxnSpMkLst>
        </pc:cxnChg>
        <pc:cxnChg chg="add del">
          <ac:chgData name="Waleed Akbar" userId="1786173e-2ead-4a19-ae08-bf734da89a66" providerId="ADAL" clId="{60621FF7-8722-544B-999C-13D27DD04231}" dt="2021-05-12T05:36:11.332" v="138" actId="26606"/>
          <ac:cxnSpMkLst>
            <pc:docMk/>
            <pc:sldMk cId="1778041163" sldId="261"/>
            <ac:cxnSpMk id="34" creationId="{FF76A74F-C283-4DED-BD4D-086753B7CB00}"/>
          </ac:cxnSpMkLst>
        </pc:cxnChg>
        <pc:cxnChg chg="add del">
          <ac:chgData name="Waleed Akbar" userId="1786173e-2ead-4a19-ae08-bf734da89a66" providerId="ADAL" clId="{60621FF7-8722-544B-999C-13D27DD04231}" dt="2021-05-12T05:36:11.332" v="138" actId="26606"/>
          <ac:cxnSpMkLst>
            <pc:docMk/>
            <pc:sldMk cId="1778041163" sldId="261"/>
            <ac:cxnSpMk id="35" creationId="{3B2791FB-B2F7-4BBE-B8D8-74C37FF9E85C}"/>
          </ac:cxnSpMkLst>
        </pc:cxnChg>
        <pc:cxnChg chg="add del">
          <ac:chgData name="Waleed Akbar" userId="1786173e-2ead-4a19-ae08-bf734da89a66" providerId="ADAL" clId="{60621FF7-8722-544B-999C-13D27DD04231}" dt="2021-05-12T05:36:11.332" v="138" actId="26606"/>
          <ac:cxnSpMkLst>
            <pc:docMk/>
            <pc:sldMk cId="1778041163" sldId="261"/>
            <ac:cxnSpMk id="36" creationId="{9891B5DE-6811-4844-BB18-472A3F360EE5}"/>
          </ac:cxnSpMkLst>
        </pc:cxnChg>
        <pc:cxnChg chg="add del">
          <ac:chgData name="Waleed Akbar" userId="1786173e-2ead-4a19-ae08-bf734da89a66" providerId="ADAL" clId="{60621FF7-8722-544B-999C-13D27DD04231}" dt="2021-05-12T05:36:11.332" v="138" actId="26606"/>
          <ac:cxnSpMkLst>
            <pc:docMk/>
            <pc:sldMk cId="1778041163" sldId="261"/>
            <ac:cxnSpMk id="37" creationId="{77A9CA3A-7216-41E0-B3CD-058077FD396D}"/>
          </ac:cxnSpMkLst>
        </pc:cxnChg>
      </pc:sldChg>
      <pc:sldChg chg="addSp delSp modSp new mod setBg setClrOvrMap">
        <pc:chgData name="Waleed Akbar" userId="1786173e-2ead-4a19-ae08-bf734da89a66" providerId="ADAL" clId="{60621FF7-8722-544B-999C-13D27DD04231}" dt="2021-05-12T13:59:35.126" v="1581" actId="20577"/>
        <pc:sldMkLst>
          <pc:docMk/>
          <pc:sldMk cId="2931607364" sldId="262"/>
        </pc:sldMkLst>
        <pc:spChg chg="mod ord">
          <ac:chgData name="Waleed Akbar" userId="1786173e-2ead-4a19-ae08-bf734da89a66" providerId="ADAL" clId="{60621FF7-8722-544B-999C-13D27DD04231}" dt="2021-05-12T13:59:35.126" v="1581" actId="20577"/>
          <ac:spMkLst>
            <pc:docMk/>
            <pc:sldMk cId="2931607364" sldId="262"/>
            <ac:spMk id="2" creationId="{FE3D771B-3CCC-8A4F-87E6-EB110DF8A249}"/>
          </ac:spMkLst>
        </pc:spChg>
        <pc:spChg chg="del">
          <ac:chgData name="Waleed Akbar" userId="1786173e-2ead-4a19-ae08-bf734da89a66" providerId="ADAL" clId="{60621FF7-8722-544B-999C-13D27DD04231}" dt="2021-05-12T05:37:40.384" v="152" actId="931"/>
          <ac:spMkLst>
            <pc:docMk/>
            <pc:sldMk cId="2931607364" sldId="262"/>
            <ac:spMk id="3" creationId="{314602D8-B564-8C4A-BE43-972DCB7C0DAD}"/>
          </ac:spMkLst>
        </pc:spChg>
        <pc:spChg chg="add mod">
          <ac:chgData name="Waleed Akbar" userId="1786173e-2ead-4a19-ae08-bf734da89a66" providerId="ADAL" clId="{60621FF7-8722-544B-999C-13D27DD04231}" dt="2021-05-12T13:47:16.115" v="1407" actId="20577"/>
          <ac:spMkLst>
            <pc:docMk/>
            <pc:sldMk cId="2931607364" sldId="262"/>
            <ac:spMk id="16" creationId="{46C63E53-33DB-D14B-B8FA-535B89E847FB}"/>
          </ac:spMkLst>
        </pc:spChg>
        <pc:spChg chg="add mod">
          <ac:chgData name="Waleed Akbar" userId="1786173e-2ead-4a19-ae08-bf734da89a66" providerId="ADAL" clId="{60621FF7-8722-544B-999C-13D27DD04231}" dt="2021-05-12T13:48:28.891" v="1414" actId="20577"/>
          <ac:spMkLst>
            <pc:docMk/>
            <pc:sldMk cId="2931607364" sldId="262"/>
            <ac:spMk id="17" creationId="{17A95185-115C-BD41-8004-E80A25E3D201}"/>
          </ac:spMkLst>
        </pc:spChg>
        <pc:spChg chg="add del">
          <ac:chgData name="Waleed Akbar" userId="1786173e-2ead-4a19-ae08-bf734da89a66" providerId="ADAL" clId="{60621FF7-8722-544B-999C-13D27DD04231}" dt="2021-05-12T05:37:56.093" v="164" actId="26606"/>
          <ac:spMkLst>
            <pc:docMk/>
            <pc:sldMk cId="2931607364" sldId="262"/>
            <ac:spMk id="17" creationId="{2CE0CB5E-C1A0-4CD5-9B74-7ED250BD8100}"/>
          </ac:spMkLst>
        </pc:spChg>
        <pc:spChg chg="add mod">
          <ac:chgData name="Waleed Akbar" userId="1786173e-2ead-4a19-ae08-bf734da89a66" providerId="ADAL" clId="{60621FF7-8722-544B-999C-13D27DD04231}" dt="2021-05-12T13:49:42.009" v="1494" actId="20577"/>
          <ac:spMkLst>
            <pc:docMk/>
            <pc:sldMk cId="2931607364" sldId="262"/>
            <ac:spMk id="18" creationId="{761A0851-6A4E-BD42-9D63-B22379793C39}"/>
          </ac:spMkLst>
        </pc:spChg>
        <pc:spChg chg="add del">
          <ac:chgData name="Waleed Akbar" userId="1786173e-2ead-4a19-ae08-bf734da89a66" providerId="ADAL" clId="{60621FF7-8722-544B-999C-13D27DD04231}" dt="2021-05-12T05:38:19.018" v="166" actId="26606"/>
          <ac:spMkLst>
            <pc:docMk/>
            <pc:sldMk cId="2931607364" sldId="262"/>
            <ac:spMk id="18" creationId="{A5A17FC0-D416-4C8B-A9E6-5924D352B986}"/>
          </ac:spMkLst>
        </pc:spChg>
        <pc:spChg chg="add mod">
          <ac:chgData name="Waleed Akbar" userId="1786173e-2ead-4a19-ae08-bf734da89a66" providerId="ADAL" clId="{60621FF7-8722-544B-999C-13D27DD04231}" dt="2021-05-12T13:49:14.542" v="1468" actId="1038"/>
          <ac:spMkLst>
            <pc:docMk/>
            <pc:sldMk cId="2931607364" sldId="262"/>
            <ac:spMk id="19" creationId="{EC98BDB8-243A-594E-A567-796B976A4B76}"/>
          </ac:spMkLst>
        </pc:spChg>
        <pc:spChg chg="add mod">
          <ac:chgData name="Waleed Akbar" userId="1786173e-2ead-4a19-ae08-bf734da89a66" providerId="ADAL" clId="{60621FF7-8722-544B-999C-13D27DD04231}" dt="2021-05-12T13:48:47.793" v="1439" actId="20577"/>
          <ac:spMkLst>
            <pc:docMk/>
            <pc:sldMk cId="2931607364" sldId="262"/>
            <ac:spMk id="20" creationId="{32C9D233-E94D-824E-964B-AD0BC5E1B47E}"/>
          </ac:spMkLst>
        </pc:spChg>
        <pc:spChg chg="add del">
          <ac:chgData name="Waleed Akbar" userId="1786173e-2ead-4a19-ae08-bf734da89a66" providerId="ADAL" clId="{60621FF7-8722-544B-999C-13D27DD04231}" dt="2021-05-12T05:43:48.036" v="301" actId="26606"/>
          <ac:spMkLst>
            <pc:docMk/>
            <pc:sldMk cId="2931607364" sldId="262"/>
            <ac:spMk id="21" creationId="{450B3F56-9DA3-4894-A6C5-3A712B164A3A}"/>
          </ac:spMkLst>
        </pc:spChg>
        <pc:spChg chg="add mod">
          <ac:chgData name="Waleed Akbar" userId="1786173e-2ead-4a19-ae08-bf734da89a66" providerId="ADAL" clId="{60621FF7-8722-544B-999C-13D27DD04231}" dt="2021-05-12T13:50:25.156" v="1518" actId="20577"/>
          <ac:spMkLst>
            <pc:docMk/>
            <pc:sldMk cId="2931607364" sldId="262"/>
            <ac:spMk id="21" creationId="{6562FAFB-7E7F-214F-936D-8BED7E600B27}"/>
          </ac:spMkLst>
        </pc:spChg>
        <pc:spChg chg="add">
          <ac:chgData name="Waleed Akbar" userId="1786173e-2ead-4a19-ae08-bf734da89a66" providerId="ADAL" clId="{60621FF7-8722-544B-999C-13D27DD04231}" dt="2021-05-12T13:06:16.218" v="304" actId="26606"/>
          <ac:spMkLst>
            <pc:docMk/>
            <pc:sldMk cId="2931607364" sldId="262"/>
            <ac:spMk id="25" creationId="{A5A17FC0-D416-4C8B-A9E6-5924D352B986}"/>
          </ac:spMkLst>
        </pc:spChg>
        <pc:spChg chg="add del">
          <ac:chgData name="Waleed Akbar" userId="1786173e-2ead-4a19-ae08-bf734da89a66" providerId="ADAL" clId="{60621FF7-8722-544B-999C-13D27DD04231}" dt="2021-05-12T05:38:25.809" v="168" actId="26606"/>
          <ac:spMkLst>
            <pc:docMk/>
            <pc:sldMk cId="2931607364" sldId="262"/>
            <ac:spMk id="34" creationId="{E73BBE33-B533-4661-8A6A-6BD8D05EB19A}"/>
          </ac:spMkLst>
        </pc:spChg>
        <pc:picChg chg="add mod ord">
          <ac:chgData name="Waleed Akbar" userId="1786173e-2ead-4a19-ae08-bf734da89a66" providerId="ADAL" clId="{60621FF7-8722-544B-999C-13D27DD04231}" dt="2021-05-12T13:45:06.941" v="1263" actId="1037"/>
          <ac:picMkLst>
            <pc:docMk/>
            <pc:sldMk cId="2931607364" sldId="262"/>
            <ac:picMk id="4" creationId="{FB314FB9-BDB9-CA49-AB61-C39F17887CD7}"/>
          </ac:picMkLst>
        </pc:picChg>
        <pc:picChg chg="add mod ord">
          <ac:chgData name="Waleed Akbar" userId="1786173e-2ead-4a19-ae08-bf734da89a66" providerId="ADAL" clId="{60621FF7-8722-544B-999C-13D27DD04231}" dt="2021-05-12T13:47:32.294" v="1411" actId="14100"/>
          <ac:picMkLst>
            <pc:docMk/>
            <pc:sldMk cId="2931607364" sldId="262"/>
            <ac:picMk id="5" creationId="{4C686727-5EBB-C14F-9CAD-266A79F8D845}"/>
          </ac:picMkLst>
        </pc:picChg>
        <pc:picChg chg="add mod">
          <ac:chgData name="Waleed Akbar" userId="1786173e-2ead-4a19-ae08-bf734da89a66" providerId="ADAL" clId="{60621FF7-8722-544B-999C-13D27DD04231}" dt="2021-05-12T13:44:32.033" v="1159" actId="1076"/>
          <ac:picMkLst>
            <pc:docMk/>
            <pc:sldMk cId="2931607364" sldId="262"/>
            <ac:picMk id="7" creationId="{30986071-ADCE-854E-B722-8A5D5DEF9C30}"/>
          </ac:picMkLst>
        </pc:picChg>
        <pc:picChg chg="add mod ord">
          <ac:chgData name="Waleed Akbar" userId="1786173e-2ead-4a19-ae08-bf734da89a66" providerId="ADAL" clId="{60621FF7-8722-544B-999C-13D27DD04231}" dt="2021-05-12T13:46:40.630" v="1388" actId="1038"/>
          <ac:picMkLst>
            <pc:docMk/>
            <pc:sldMk cId="2931607364" sldId="262"/>
            <ac:picMk id="9" creationId="{4B0632C6-9061-F34A-9FB3-171EF0794EFC}"/>
          </ac:picMkLst>
        </pc:picChg>
        <pc:picChg chg="add mod ord">
          <ac:chgData name="Waleed Akbar" userId="1786173e-2ead-4a19-ae08-bf734da89a66" providerId="ADAL" clId="{60621FF7-8722-544B-999C-13D27DD04231}" dt="2021-05-12T13:49:16.928" v="1470" actId="1038"/>
          <ac:picMkLst>
            <pc:docMk/>
            <pc:sldMk cId="2931607364" sldId="262"/>
            <ac:picMk id="11" creationId="{AA0CA98B-9053-484E-915A-087BE7917203}"/>
          </ac:picMkLst>
        </pc:picChg>
        <pc:picChg chg="add mod ord">
          <ac:chgData name="Waleed Akbar" userId="1786173e-2ead-4a19-ae08-bf734da89a66" providerId="ADAL" clId="{60621FF7-8722-544B-999C-13D27DD04231}" dt="2021-05-12T13:45:38.928" v="1319" actId="1036"/>
          <ac:picMkLst>
            <pc:docMk/>
            <pc:sldMk cId="2931607364" sldId="262"/>
            <ac:picMk id="13" creationId="{814761D2-3B12-CB41-AB94-5A1A5C1BFCC1}"/>
          </ac:picMkLst>
        </pc:picChg>
        <pc:cxnChg chg="add del">
          <ac:chgData name="Waleed Akbar" userId="1786173e-2ead-4a19-ae08-bf734da89a66" providerId="ADAL" clId="{60621FF7-8722-544B-999C-13D27DD04231}" dt="2021-05-12T05:43:48.036" v="301" actId="26606"/>
          <ac:cxnSpMkLst>
            <pc:docMk/>
            <pc:sldMk cId="2931607364" sldId="262"/>
            <ac:cxnSpMk id="15" creationId="{822A5670-0F7B-4199-AEAB-33FBA9CEA44D}"/>
          </ac:cxnSpMkLst>
        </pc:cxnChg>
        <pc:cxnChg chg="add del">
          <ac:chgData name="Waleed Akbar" userId="1786173e-2ead-4a19-ae08-bf734da89a66" providerId="ADAL" clId="{60621FF7-8722-544B-999C-13D27DD04231}" dt="2021-05-12T05:43:48.036" v="301" actId="26606"/>
          <ac:cxnSpMkLst>
            <pc:docMk/>
            <pc:sldMk cId="2931607364" sldId="262"/>
            <ac:cxnSpMk id="16" creationId="{8BB1744D-A7DF-4B65-B6E3-DCF12BB2D869}"/>
          </ac:cxnSpMkLst>
        </pc:cxnChg>
        <pc:cxnChg chg="add del">
          <ac:chgData name="Waleed Akbar" userId="1786173e-2ead-4a19-ae08-bf734da89a66" providerId="ADAL" clId="{60621FF7-8722-544B-999C-13D27DD04231}" dt="2021-05-12T05:43:48.036" v="301" actId="26606"/>
          <ac:cxnSpMkLst>
            <pc:docMk/>
            <pc:sldMk cId="2931607364" sldId="262"/>
            <ac:cxnSpMk id="19" creationId="{882DD753-EA38-4E86-91FB-05041A44A28E}"/>
          </ac:cxnSpMkLst>
        </pc:cxnChg>
        <pc:cxnChg chg="add del">
          <ac:chgData name="Waleed Akbar" userId="1786173e-2ead-4a19-ae08-bf734da89a66" providerId="ADAL" clId="{60621FF7-8722-544B-999C-13D27DD04231}" dt="2021-05-12T05:37:56.093" v="164" actId="26606"/>
          <ac:cxnSpMkLst>
            <pc:docMk/>
            <pc:sldMk cId="2931607364" sldId="262"/>
            <ac:cxnSpMk id="20" creationId="{822A5670-0F7B-4199-AEAB-33FBA9CEA44D}"/>
          </ac:cxnSpMkLst>
        </pc:cxnChg>
        <pc:cxnChg chg="add del">
          <ac:chgData name="Waleed Akbar" userId="1786173e-2ead-4a19-ae08-bf734da89a66" providerId="ADAL" clId="{60621FF7-8722-544B-999C-13D27DD04231}" dt="2021-05-12T05:37:56.093" v="164" actId="26606"/>
          <ac:cxnSpMkLst>
            <pc:docMk/>
            <pc:sldMk cId="2931607364" sldId="262"/>
            <ac:cxnSpMk id="22" creationId="{8BB1744D-A7DF-4B65-B6E3-DCF12BB2D869}"/>
          </ac:cxnSpMkLst>
        </pc:cxnChg>
        <pc:cxnChg chg="add del">
          <ac:chgData name="Waleed Akbar" userId="1786173e-2ead-4a19-ae08-bf734da89a66" providerId="ADAL" clId="{60621FF7-8722-544B-999C-13D27DD04231}" dt="2021-05-12T05:43:48.036" v="301" actId="26606"/>
          <ac:cxnSpMkLst>
            <pc:docMk/>
            <pc:sldMk cId="2931607364" sldId="262"/>
            <ac:cxnSpMk id="23" creationId="{6DA63E78-7704-45EF-B5D3-EADDF5D82674}"/>
          </ac:cxnSpMkLst>
        </pc:cxnChg>
        <pc:cxnChg chg="add del">
          <ac:chgData name="Waleed Akbar" userId="1786173e-2ead-4a19-ae08-bf734da89a66" providerId="ADAL" clId="{60621FF7-8722-544B-999C-13D27DD04231}" dt="2021-05-12T05:37:56.093" v="164" actId="26606"/>
          <ac:cxnSpMkLst>
            <pc:docMk/>
            <pc:sldMk cId="2931607364" sldId="262"/>
            <ac:cxnSpMk id="24" creationId="{882DD753-EA38-4E86-91FB-05041A44A28E}"/>
          </ac:cxnSpMkLst>
        </pc:cxnChg>
        <pc:cxnChg chg="add del">
          <ac:chgData name="Waleed Akbar" userId="1786173e-2ead-4a19-ae08-bf734da89a66" providerId="ADAL" clId="{60621FF7-8722-544B-999C-13D27DD04231}" dt="2021-05-12T05:37:56.093" v="164" actId="26606"/>
          <ac:cxnSpMkLst>
            <pc:docMk/>
            <pc:sldMk cId="2931607364" sldId="262"/>
            <ac:cxnSpMk id="26" creationId="{6DA63E78-7704-45EF-B5D3-EADDF5D82674}"/>
          </ac:cxnSpMkLst>
        </pc:cxnChg>
        <pc:cxnChg chg="add">
          <ac:chgData name="Waleed Akbar" userId="1786173e-2ead-4a19-ae08-bf734da89a66" providerId="ADAL" clId="{60621FF7-8722-544B-999C-13D27DD04231}" dt="2021-05-12T13:06:16.218" v="304" actId="26606"/>
          <ac:cxnSpMkLst>
            <pc:docMk/>
            <pc:sldMk cId="2931607364" sldId="262"/>
            <ac:cxnSpMk id="27" creationId="{982DC870-E8E5-4050-B10C-CC24FC67E50A}"/>
          </ac:cxnSpMkLst>
        </pc:cxnChg>
        <pc:cxnChg chg="add del">
          <ac:chgData name="Waleed Akbar" userId="1786173e-2ead-4a19-ae08-bf734da89a66" providerId="ADAL" clId="{60621FF7-8722-544B-999C-13D27DD04231}" dt="2021-05-12T05:38:19.018" v="166" actId="26606"/>
          <ac:cxnSpMkLst>
            <pc:docMk/>
            <pc:sldMk cId="2931607364" sldId="262"/>
            <ac:cxnSpMk id="28" creationId="{77A9CA3A-7216-41E0-B3CD-058077FD396D}"/>
          </ac:cxnSpMkLst>
        </pc:cxnChg>
        <pc:cxnChg chg="add del">
          <ac:chgData name="Waleed Akbar" userId="1786173e-2ead-4a19-ae08-bf734da89a66" providerId="ADAL" clId="{60621FF7-8722-544B-999C-13D27DD04231}" dt="2021-05-12T05:38:19.018" v="166" actId="26606"/>
          <ac:cxnSpMkLst>
            <pc:docMk/>
            <pc:sldMk cId="2931607364" sldId="262"/>
            <ac:cxnSpMk id="29" creationId="{982DC870-E8E5-4050-B10C-CC24FC67E50A}"/>
          </ac:cxnSpMkLst>
        </pc:cxnChg>
        <pc:cxnChg chg="add del">
          <ac:chgData name="Waleed Akbar" userId="1786173e-2ead-4a19-ae08-bf734da89a66" providerId="ADAL" clId="{60621FF7-8722-544B-999C-13D27DD04231}" dt="2021-05-12T05:38:19.018" v="166" actId="26606"/>
          <ac:cxnSpMkLst>
            <pc:docMk/>
            <pc:sldMk cId="2931607364" sldId="262"/>
            <ac:cxnSpMk id="30" creationId="{FF76A74F-C283-4DED-BD4D-086753B7CB00}"/>
          </ac:cxnSpMkLst>
        </pc:cxnChg>
        <pc:cxnChg chg="add del">
          <ac:chgData name="Waleed Akbar" userId="1786173e-2ead-4a19-ae08-bf734da89a66" providerId="ADAL" clId="{60621FF7-8722-544B-999C-13D27DD04231}" dt="2021-05-12T05:38:19.018" v="166" actId="26606"/>
          <ac:cxnSpMkLst>
            <pc:docMk/>
            <pc:sldMk cId="2931607364" sldId="262"/>
            <ac:cxnSpMk id="31" creationId="{3B2791FB-B2F7-4BBE-B8D8-74C37FF9E85C}"/>
          </ac:cxnSpMkLst>
        </pc:cxnChg>
        <pc:cxnChg chg="add del">
          <ac:chgData name="Waleed Akbar" userId="1786173e-2ead-4a19-ae08-bf734da89a66" providerId="ADAL" clId="{60621FF7-8722-544B-999C-13D27DD04231}" dt="2021-05-12T05:38:19.018" v="166" actId="26606"/>
          <ac:cxnSpMkLst>
            <pc:docMk/>
            <pc:sldMk cId="2931607364" sldId="262"/>
            <ac:cxnSpMk id="32" creationId="{9891B5DE-6811-4844-BB18-472A3F360EE5}"/>
          </ac:cxnSpMkLst>
        </pc:cxnChg>
        <pc:cxnChg chg="add">
          <ac:chgData name="Waleed Akbar" userId="1786173e-2ead-4a19-ae08-bf734da89a66" providerId="ADAL" clId="{60621FF7-8722-544B-999C-13D27DD04231}" dt="2021-05-12T13:06:16.218" v="304" actId="26606"/>
          <ac:cxnSpMkLst>
            <pc:docMk/>
            <pc:sldMk cId="2931607364" sldId="262"/>
            <ac:cxnSpMk id="33" creationId="{FF76A74F-C283-4DED-BD4D-086753B7CB00}"/>
          </ac:cxnSpMkLst>
        </pc:cxnChg>
        <pc:cxnChg chg="add">
          <ac:chgData name="Waleed Akbar" userId="1786173e-2ead-4a19-ae08-bf734da89a66" providerId="ADAL" clId="{60621FF7-8722-544B-999C-13D27DD04231}" dt="2021-05-12T13:06:16.218" v="304" actId="26606"/>
          <ac:cxnSpMkLst>
            <pc:docMk/>
            <pc:sldMk cId="2931607364" sldId="262"/>
            <ac:cxnSpMk id="35" creationId="{3B2791FB-B2F7-4BBE-B8D8-74C37FF9E85C}"/>
          </ac:cxnSpMkLst>
        </pc:cxnChg>
        <pc:cxnChg chg="add">
          <ac:chgData name="Waleed Akbar" userId="1786173e-2ead-4a19-ae08-bf734da89a66" providerId="ADAL" clId="{60621FF7-8722-544B-999C-13D27DD04231}" dt="2021-05-12T13:06:16.218" v="304" actId="26606"/>
          <ac:cxnSpMkLst>
            <pc:docMk/>
            <pc:sldMk cId="2931607364" sldId="262"/>
            <ac:cxnSpMk id="36" creationId="{9891B5DE-6811-4844-BB18-472A3F360EE5}"/>
          </ac:cxnSpMkLst>
        </pc:cxnChg>
        <pc:cxnChg chg="add">
          <ac:chgData name="Waleed Akbar" userId="1786173e-2ead-4a19-ae08-bf734da89a66" providerId="ADAL" clId="{60621FF7-8722-544B-999C-13D27DD04231}" dt="2021-05-12T13:06:16.218" v="304" actId="26606"/>
          <ac:cxnSpMkLst>
            <pc:docMk/>
            <pc:sldMk cId="2931607364" sldId="262"/>
            <ac:cxnSpMk id="37" creationId="{77A9CA3A-7216-41E0-B3CD-058077FD396D}"/>
          </ac:cxnSpMkLst>
        </pc:cxnChg>
      </pc:sldChg>
      <pc:sldChg chg="addSp delSp modSp new mod ord setBg">
        <pc:chgData name="Waleed Akbar" userId="1786173e-2ead-4a19-ae08-bf734da89a66" providerId="ADAL" clId="{60621FF7-8722-544B-999C-13D27DD04231}" dt="2021-05-12T13:59:20.319" v="1577" actId="20577"/>
        <pc:sldMkLst>
          <pc:docMk/>
          <pc:sldMk cId="2028930947" sldId="263"/>
        </pc:sldMkLst>
        <pc:spChg chg="mod">
          <ac:chgData name="Waleed Akbar" userId="1786173e-2ead-4a19-ae08-bf734da89a66" providerId="ADAL" clId="{60621FF7-8722-544B-999C-13D27DD04231}" dt="2021-05-12T13:59:20.319" v="1577" actId="20577"/>
          <ac:spMkLst>
            <pc:docMk/>
            <pc:sldMk cId="2028930947" sldId="263"/>
            <ac:spMk id="2" creationId="{08D66B4C-9D5A-E64D-B3F4-AF76F72EC4D7}"/>
          </ac:spMkLst>
        </pc:spChg>
        <pc:spChg chg="del">
          <ac:chgData name="Waleed Akbar" userId="1786173e-2ead-4a19-ae08-bf734da89a66" providerId="ADAL" clId="{60621FF7-8722-544B-999C-13D27DD04231}" dt="2021-05-12T13:58:00.266" v="1571" actId="478"/>
          <ac:spMkLst>
            <pc:docMk/>
            <pc:sldMk cId="2028930947" sldId="263"/>
            <ac:spMk id="3" creationId="{AE897B19-5D8B-2040-9246-1BEF45986A72}"/>
          </ac:spMkLst>
        </pc:spChg>
        <pc:spChg chg="add del">
          <ac:chgData name="Waleed Akbar" userId="1786173e-2ead-4a19-ae08-bf734da89a66" providerId="ADAL" clId="{60621FF7-8722-544B-999C-13D27DD04231}" dt="2021-05-12T13:58:38.867" v="1573" actId="26606"/>
          <ac:spMkLst>
            <pc:docMk/>
            <pc:sldMk cId="2028930947" sldId="263"/>
            <ac:spMk id="7" creationId="{C3896A03-3945-419A-B66B-4EE266EDD152}"/>
          </ac:spMkLst>
        </pc:spChg>
        <pc:spChg chg="add del">
          <ac:chgData name="Waleed Akbar" userId="1786173e-2ead-4a19-ae08-bf734da89a66" providerId="ADAL" clId="{60621FF7-8722-544B-999C-13D27DD04231}" dt="2021-05-12T13:58:38.867" v="1573" actId="26606"/>
          <ac:spMkLst>
            <pc:docMk/>
            <pc:sldMk cId="2028930947" sldId="263"/>
            <ac:spMk id="9" creationId="{B34F5AD2-EDBD-4BBD-A55C-EAFFD0C7097A}"/>
          </ac:spMkLst>
        </pc:spChg>
        <pc:spChg chg="add">
          <ac:chgData name="Waleed Akbar" userId="1786173e-2ead-4a19-ae08-bf734da89a66" providerId="ADAL" clId="{60621FF7-8722-544B-999C-13D27DD04231}" dt="2021-05-12T13:58:38.891" v="1574" actId="26606"/>
          <ac:spMkLst>
            <pc:docMk/>
            <pc:sldMk cId="2028930947" sldId="263"/>
            <ac:spMk id="11" creationId="{84617302-4B0D-4351-A6BB-6F0930D943AC}"/>
          </ac:spMkLst>
        </pc:spChg>
        <pc:spChg chg="add">
          <ac:chgData name="Waleed Akbar" userId="1786173e-2ead-4a19-ae08-bf734da89a66" providerId="ADAL" clId="{60621FF7-8722-544B-999C-13D27DD04231}" dt="2021-05-12T13:58:38.891" v="1574" actId="26606"/>
          <ac:spMkLst>
            <pc:docMk/>
            <pc:sldMk cId="2028930947" sldId="263"/>
            <ac:spMk id="12" creationId="{88294908-8B00-4F58-BBBA-20F71A40AA9E}"/>
          </ac:spMkLst>
        </pc:spChg>
        <pc:spChg chg="add">
          <ac:chgData name="Waleed Akbar" userId="1786173e-2ead-4a19-ae08-bf734da89a66" providerId="ADAL" clId="{60621FF7-8722-544B-999C-13D27DD04231}" dt="2021-05-12T13:58:38.891" v="1574" actId="26606"/>
          <ac:spMkLst>
            <pc:docMk/>
            <pc:sldMk cId="2028930947" sldId="263"/>
            <ac:spMk id="13" creationId="{DA2C7802-C2E0-4218-8F89-8DD7CCD2CD1C}"/>
          </ac:spMkLst>
        </pc:spChg>
        <pc:spChg chg="add">
          <ac:chgData name="Waleed Akbar" userId="1786173e-2ead-4a19-ae08-bf734da89a66" providerId="ADAL" clId="{60621FF7-8722-544B-999C-13D27DD04231}" dt="2021-05-12T13:58:38.891" v="1574" actId="26606"/>
          <ac:spMkLst>
            <pc:docMk/>
            <pc:sldMk cId="2028930947" sldId="263"/>
            <ac:spMk id="14" creationId="{4364C879-1404-4203-8E9D-CC5DE0A621A2}"/>
          </ac:spMkLst>
        </pc:spChg>
        <pc:spChg chg="add">
          <ac:chgData name="Waleed Akbar" userId="1786173e-2ead-4a19-ae08-bf734da89a66" providerId="ADAL" clId="{60621FF7-8722-544B-999C-13D27DD04231}" dt="2021-05-12T13:58:38.891" v="1574" actId="26606"/>
          <ac:spMkLst>
            <pc:docMk/>
            <pc:sldMk cId="2028930947" sldId="263"/>
            <ac:spMk id="15" creationId="{A6D7111A-21E5-4EE9-8A78-10E5530F0116}"/>
          </ac:spMkLst>
        </pc:spChg>
        <pc:spChg chg="add">
          <ac:chgData name="Waleed Akbar" userId="1786173e-2ead-4a19-ae08-bf734da89a66" providerId="ADAL" clId="{60621FF7-8722-544B-999C-13D27DD04231}" dt="2021-05-12T13:58:38.891" v="1574" actId="26606"/>
          <ac:spMkLst>
            <pc:docMk/>
            <pc:sldMk cId="2028930947" sldId="263"/>
            <ac:spMk id="17" creationId="{A3969E80-A77B-49FC-9122-D89AFD5EE118}"/>
          </ac:spMkLst>
        </pc:spChg>
        <pc:spChg chg="add">
          <ac:chgData name="Waleed Akbar" userId="1786173e-2ead-4a19-ae08-bf734da89a66" providerId="ADAL" clId="{60621FF7-8722-544B-999C-13D27DD04231}" dt="2021-05-12T13:58:38.891" v="1574" actId="26606"/>
          <ac:spMkLst>
            <pc:docMk/>
            <pc:sldMk cId="2028930947" sldId="263"/>
            <ac:spMk id="19" creationId="{1849CA57-76BD-4CF2-80BA-D7A46A01B7B1}"/>
          </ac:spMkLst>
        </pc:spChg>
        <pc:spChg chg="add">
          <ac:chgData name="Waleed Akbar" userId="1786173e-2ead-4a19-ae08-bf734da89a66" providerId="ADAL" clId="{60621FF7-8722-544B-999C-13D27DD04231}" dt="2021-05-12T13:58:38.891" v="1574" actId="26606"/>
          <ac:spMkLst>
            <pc:docMk/>
            <pc:sldMk cId="2028930947" sldId="263"/>
            <ac:spMk id="21" creationId="{35E9085E-E730-4768-83D4-6CB7E9897153}"/>
          </ac:spMkLst>
        </pc:spChg>
        <pc:spChg chg="add">
          <ac:chgData name="Waleed Akbar" userId="1786173e-2ead-4a19-ae08-bf734da89a66" providerId="ADAL" clId="{60621FF7-8722-544B-999C-13D27DD04231}" dt="2021-05-12T13:58:38.891" v="1574" actId="26606"/>
          <ac:spMkLst>
            <pc:docMk/>
            <pc:sldMk cId="2028930947" sldId="263"/>
            <ac:spMk id="23" creationId="{973272FE-A474-4CAE-8CA2-BCC8B476C3F4}"/>
          </ac:spMkLst>
        </pc:spChg>
        <pc:spChg chg="add">
          <ac:chgData name="Waleed Akbar" userId="1786173e-2ead-4a19-ae08-bf734da89a66" providerId="ADAL" clId="{60621FF7-8722-544B-999C-13D27DD04231}" dt="2021-05-12T13:58:38.891" v="1574" actId="26606"/>
          <ac:spMkLst>
            <pc:docMk/>
            <pc:sldMk cId="2028930947" sldId="263"/>
            <ac:spMk id="25" creationId="{E07981EA-05A6-437C-88D7-B377B92B031D}"/>
          </ac:spMkLst>
        </pc:spChg>
        <pc:spChg chg="add">
          <ac:chgData name="Waleed Akbar" userId="1786173e-2ead-4a19-ae08-bf734da89a66" providerId="ADAL" clId="{60621FF7-8722-544B-999C-13D27DD04231}" dt="2021-05-12T13:58:38.891" v="1574" actId="26606"/>
          <ac:spMkLst>
            <pc:docMk/>
            <pc:sldMk cId="2028930947" sldId="263"/>
            <ac:spMk id="27" creationId="{15E3C750-986E-4769-B1AE-49289FBEE75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C9EACB-CAB4-A446-B7C7-463A530A05F1}" type="datetimeFigureOut">
              <a:rPr lang="en-KR" smtClean="0"/>
              <a:t>07/06/2021</a:t>
            </a:fld>
            <a:endParaRPr lang="en-KR"/>
          </a:p>
        </p:txBody>
      </p:sp>
      <p:sp>
        <p:nvSpPr>
          <p:cNvPr id="5" name="Footer Placeholder 4"/>
          <p:cNvSpPr>
            <a:spLocks noGrp="1"/>
          </p:cNvSpPr>
          <p:nvPr>
            <p:ph type="ftr" sz="quarter" idx="11"/>
          </p:nvPr>
        </p:nvSpPr>
        <p:spPr/>
        <p:txBody>
          <a:bodyPr/>
          <a:lstStyle/>
          <a:p>
            <a:endParaRPr lang="en-KR"/>
          </a:p>
        </p:txBody>
      </p:sp>
      <p:sp>
        <p:nvSpPr>
          <p:cNvPr id="6" name="Slide Number Placeholder 5"/>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379641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C9EACB-CAB4-A446-B7C7-463A530A05F1}" type="datetimeFigureOut">
              <a:rPr lang="en-KR" smtClean="0"/>
              <a:t>07/06/2021</a:t>
            </a:fld>
            <a:endParaRPr lang="en-KR"/>
          </a:p>
        </p:txBody>
      </p:sp>
      <p:sp>
        <p:nvSpPr>
          <p:cNvPr id="5" name="Footer Placeholder 4"/>
          <p:cNvSpPr>
            <a:spLocks noGrp="1"/>
          </p:cNvSpPr>
          <p:nvPr>
            <p:ph type="ftr" sz="quarter" idx="11"/>
          </p:nvPr>
        </p:nvSpPr>
        <p:spPr/>
        <p:txBody>
          <a:bodyPr/>
          <a:lstStyle/>
          <a:p>
            <a:endParaRPr lang="en-KR"/>
          </a:p>
        </p:txBody>
      </p:sp>
      <p:sp>
        <p:nvSpPr>
          <p:cNvPr id="6" name="Slide Number Placeholder 5"/>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3564111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C9EACB-CAB4-A446-B7C7-463A530A05F1}" type="datetimeFigureOut">
              <a:rPr lang="en-KR" smtClean="0"/>
              <a:t>07/06/2021</a:t>
            </a:fld>
            <a:endParaRPr lang="en-KR"/>
          </a:p>
        </p:txBody>
      </p:sp>
      <p:sp>
        <p:nvSpPr>
          <p:cNvPr id="5" name="Footer Placeholder 4"/>
          <p:cNvSpPr>
            <a:spLocks noGrp="1"/>
          </p:cNvSpPr>
          <p:nvPr>
            <p:ph type="ftr" sz="quarter" idx="11"/>
          </p:nvPr>
        </p:nvSpPr>
        <p:spPr/>
        <p:txBody>
          <a:bodyPr/>
          <a:lstStyle/>
          <a:p>
            <a:endParaRPr lang="en-KR"/>
          </a:p>
        </p:txBody>
      </p:sp>
      <p:sp>
        <p:nvSpPr>
          <p:cNvPr id="6" name="Slide Number Placeholder 5"/>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2291150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C9EACB-CAB4-A446-B7C7-463A530A05F1}" type="datetimeFigureOut">
              <a:rPr lang="en-KR" smtClean="0"/>
              <a:t>07/06/2021</a:t>
            </a:fld>
            <a:endParaRPr lang="en-KR"/>
          </a:p>
        </p:txBody>
      </p:sp>
      <p:sp>
        <p:nvSpPr>
          <p:cNvPr id="6" name="Footer Placeholder 5"/>
          <p:cNvSpPr>
            <a:spLocks noGrp="1"/>
          </p:cNvSpPr>
          <p:nvPr>
            <p:ph type="ftr" sz="quarter" idx="11"/>
          </p:nvPr>
        </p:nvSpPr>
        <p:spPr/>
        <p:txBody>
          <a:bodyPr/>
          <a:lstStyle/>
          <a:p>
            <a:endParaRPr lang="en-KR"/>
          </a:p>
        </p:txBody>
      </p:sp>
      <p:sp>
        <p:nvSpPr>
          <p:cNvPr id="7" name="Slide Number Placeholder 6"/>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931585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C9EACB-CAB4-A446-B7C7-463A530A05F1}" type="datetimeFigureOut">
              <a:rPr lang="en-KR" smtClean="0"/>
              <a:t>07/06/2021</a:t>
            </a:fld>
            <a:endParaRPr lang="en-KR"/>
          </a:p>
        </p:txBody>
      </p:sp>
      <p:sp>
        <p:nvSpPr>
          <p:cNvPr id="8" name="Footer Placeholder 7"/>
          <p:cNvSpPr>
            <a:spLocks noGrp="1"/>
          </p:cNvSpPr>
          <p:nvPr>
            <p:ph type="ftr" sz="quarter" idx="11"/>
          </p:nvPr>
        </p:nvSpPr>
        <p:spPr/>
        <p:txBody>
          <a:bodyPr/>
          <a:lstStyle/>
          <a:p>
            <a:endParaRPr lang="en-KR"/>
          </a:p>
        </p:txBody>
      </p:sp>
      <p:sp>
        <p:nvSpPr>
          <p:cNvPr id="9" name="Slide Number Placeholder 8"/>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645029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C9EACB-CAB4-A446-B7C7-463A530A05F1}" type="datetimeFigureOut">
              <a:rPr lang="en-KR" smtClean="0"/>
              <a:t>07/06/2021</a:t>
            </a:fld>
            <a:endParaRPr lang="en-KR"/>
          </a:p>
        </p:txBody>
      </p:sp>
      <p:sp>
        <p:nvSpPr>
          <p:cNvPr id="4" name="Footer Placeholder 3"/>
          <p:cNvSpPr>
            <a:spLocks noGrp="1"/>
          </p:cNvSpPr>
          <p:nvPr>
            <p:ph type="ftr" sz="quarter" idx="11"/>
          </p:nvPr>
        </p:nvSpPr>
        <p:spPr/>
        <p:txBody>
          <a:bodyPr/>
          <a:lstStyle/>
          <a:p>
            <a:endParaRPr lang="en-KR"/>
          </a:p>
        </p:txBody>
      </p:sp>
      <p:sp>
        <p:nvSpPr>
          <p:cNvPr id="5" name="Slide Number Placeholder 4"/>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242608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C9EACB-CAB4-A446-B7C7-463A530A05F1}" type="datetimeFigureOut">
              <a:rPr lang="en-KR" smtClean="0"/>
              <a:t>07/06/2021</a:t>
            </a:fld>
            <a:endParaRPr lang="en-KR"/>
          </a:p>
        </p:txBody>
      </p:sp>
      <p:sp>
        <p:nvSpPr>
          <p:cNvPr id="3" name="Footer Placeholder 2"/>
          <p:cNvSpPr>
            <a:spLocks noGrp="1"/>
          </p:cNvSpPr>
          <p:nvPr>
            <p:ph type="ftr" sz="quarter" idx="11"/>
          </p:nvPr>
        </p:nvSpPr>
        <p:spPr/>
        <p:txBody>
          <a:bodyPr/>
          <a:lstStyle/>
          <a:p>
            <a:endParaRPr lang="en-KR"/>
          </a:p>
        </p:txBody>
      </p:sp>
      <p:sp>
        <p:nvSpPr>
          <p:cNvPr id="4" name="Slide Number Placeholder 3"/>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230108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C9EACB-CAB4-A446-B7C7-463A530A05F1}" type="datetimeFigureOut">
              <a:rPr lang="en-KR" smtClean="0"/>
              <a:t>07/06/2021</a:t>
            </a:fld>
            <a:endParaRPr lang="en-KR"/>
          </a:p>
        </p:txBody>
      </p:sp>
      <p:sp>
        <p:nvSpPr>
          <p:cNvPr id="6" name="Footer Placeholder 5"/>
          <p:cNvSpPr>
            <a:spLocks noGrp="1"/>
          </p:cNvSpPr>
          <p:nvPr>
            <p:ph type="ftr" sz="quarter" idx="11"/>
          </p:nvPr>
        </p:nvSpPr>
        <p:spPr/>
        <p:txBody>
          <a:bodyPr/>
          <a:lstStyle/>
          <a:p>
            <a:endParaRPr lang="en-KR"/>
          </a:p>
        </p:txBody>
      </p:sp>
      <p:sp>
        <p:nvSpPr>
          <p:cNvPr id="7" name="Slide Number Placeholder 6"/>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3247209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C9EACB-CAB4-A446-B7C7-463A530A05F1}" type="datetimeFigureOut">
              <a:rPr lang="en-KR" smtClean="0"/>
              <a:t>07/06/2021</a:t>
            </a:fld>
            <a:endParaRPr lang="en-KR"/>
          </a:p>
        </p:txBody>
      </p:sp>
      <p:sp>
        <p:nvSpPr>
          <p:cNvPr id="6" name="Footer Placeholder 5"/>
          <p:cNvSpPr>
            <a:spLocks noGrp="1"/>
          </p:cNvSpPr>
          <p:nvPr>
            <p:ph type="ftr" sz="quarter" idx="11"/>
          </p:nvPr>
        </p:nvSpPr>
        <p:spPr/>
        <p:txBody>
          <a:bodyPr/>
          <a:lstStyle/>
          <a:p>
            <a:endParaRPr lang="en-KR"/>
          </a:p>
        </p:txBody>
      </p:sp>
      <p:sp>
        <p:nvSpPr>
          <p:cNvPr id="7" name="Slide Number Placeholder 6"/>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3518700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C9EACB-CAB4-A446-B7C7-463A530A05F1}" type="datetimeFigureOut">
              <a:rPr lang="en-KR" smtClean="0"/>
              <a:t>07/06/2021</a:t>
            </a:fld>
            <a:endParaRPr lang="en-KR"/>
          </a:p>
        </p:txBody>
      </p:sp>
      <p:sp>
        <p:nvSpPr>
          <p:cNvPr id="5" name="Footer Placeholder 4"/>
          <p:cNvSpPr>
            <a:spLocks noGrp="1"/>
          </p:cNvSpPr>
          <p:nvPr>
            <p:ph type="ftr" sz="quarter" idx="11"/>
          </p:nvPr>
        </p:nvSpPr>
        <p:spPr/>
        <p:txBody>
          <a:bodyPr/>
          <a:lstStyle/>
          <a:p>
            <a:endParaRPr lang="en-KR"/>
          </a:p>
        </p:txBody>
      </p:sp>
      <p:sp>
        <p:nvSpPr>
          <p:cNvPr id="6" name="Slide Number Placeholder 5"/>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2711153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C9EACB-CAB4-A446-B7C7-463A530A05F1}" type="datetimeFigureOut">
              <a:rPr lang="en-KR" smtClean="0"/>
              <a:t>07/06/2021</a:t>
            </a:fld>
            <a:endParaRPr lang="en-KR"/>
          </a:p>
        </p:txBody>
      </p:sp>
      <p:sp>
        <p:nvSpPr>
          <p:cNvPr id="5" name="Footer Placeholder 4"/>
          <p:cNvSpPr>
            <a:spLocks noGrp="1"/>
          </p:cNvSpPr>
          <p:nvPr>
            <p:ph type="ftr" sz="quarter" idx="11"/>
          </p:nvPr>
        </p:nvSpPr>
        <p:spPr/>
        <p:txBody>
          <a:bodyPr/>
          <a:lstStyle/>
          <a:p>
            <a:endParaRPr lang="en-KR"/>
          </a:p>
        </p:txBody>
      </p:sp>
      <p:sp>
        <p:nvSpPr>
          <p:cNvPr id="6" name="Slide Number Placeholder 5"/>
          <p:cNvSpPr>
            <a:spLocks noGrp="1"/>
          </p:cNvSpPr>
          <p:nvPr>
            <p:ph type="sldNum" sz="quarter" idx="12"/>
          </p:nvPr>
        </p:nvSpPr>
        <p:spPr/>
        <p:txBody>
          <a:bodyPr/>
          <a:lstStyle/>
          <a:p>
            <a:fld id="{69B28BE9-FF2F-3747-92CD-F7A9A4F6C6A6}" type="slidenum">
              <a:rPr lang="en-KR" smtClean="0"/>
              <a:t>‹#›</a:t>
            </a:fld>
            <a:endParaRPr lang="en-KR"/>
          </a:p>
        </p:txBody>
      </p:sp>
    </p:spTree>
    <p:extLst>
      <p:ext uri="{BB962C8B-B14F-4D97-AF65-F5344CB8AC3E}">
        <p14:creationId xmlns:p14="http://schemas.microsoft.com/office/powerpoint/2010/main" val="279135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C9EACB-CAB4-A446-B7C7-463A530A05F1}" type="datetimeFigureOut">
              <a:rPr lang="en-KR" smtClean="0"/>
              <a:t>07/06/2021</a:t>
            </a:fld>
            <a:endParaRPr lang="en-K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28BE9-FF2F-3747-92CD-F7A9A4F6C6A6}" type="slidenum">
              <a:rPr lang="en-KR" smtClean="0"/>
              <a:t>‹#›</a:t>
            </a:fld>
            <a:endParaRPr lang="en-KR"/>
          </a:p>
        </p:txBody>
      </p:sp>
    </p:spTree>
    <p:extLst>
      <p:ext uri="{BB962C8B-B14F-4D97-AF65-F5344CB8AC3E}">
        <p14:creationId xmlns:p14="http://schemas.microsoft.com/office/powerpoint/2010/main" val="17220116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 Id="rId9" Type="http://schemas.openxmlformats.org/officeDocument/2006/relationships/image" Target="../media/image14.jpg"/></Relationships>
</file>

<file path=ppt/slides/_rels/slide4.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g"/><Relationship Id="rId7" Type="http://schemas.openxmlformats.org/officeDocument/2006/relationships/image" Target="../media/image20.jp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8.jpeg"/><Relationship Id="rId2" Type="http://schemas.openxmlformats.org/officeDocument/2006/relationships/image" Target="../media/image23.jpg"/><Relationship Id="rId1" Type="http://schemas.openxmlformats.org/officeDocument/2006/relationships/slideLayout" Target="../slideLayouts/slideLayout7.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6.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g"/><Relationship Id="rId7" Type="http://schemas.openxmlformats.org/officeDocument/2006/relationships/image" Target="../media/image34.jpg"/><Relationship Id="rId2" Type="http://schemas.openxmlformats.org/officeDocument/2006/relationships/image" Target="../media/image29.jpg"/><Relationship Id="rId1" Type="http://schemas.openxmlformats.org/officeDocument/2006/relationships/slideLayout" Target="../slideLayouts/slideLayout2.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1.jpg"/></Relationships>
</file>

<file path=ppt/slides/_rels/slide7.xml.rels><?xml version="1.0" encoding="UTF-8" standalone="yes"?>
<Relationships xmlns="http://schemas.openxmlformats.org/package/2006/relationships"><Relationship Id="rId8" Type="http://schemas.openxmlformats.org/officeDocument/2006/relationships/image" Target="../media/image42.jpg"/><Relationship Id="rId3" Type="http://schemas.openxmlformats.org/officeDocument/2006/relationships/image" Target="../media/image37.jpg"/><Relationship Id="rId7" Type="http://schemas.openxmlformats.org/officeDocument/2006/relationships/image" Target="../media/image41.jpg"/><Relationship Id="rId2" Type="http://schemas.openxmlformats.org/officeDocument/2006/relationships/image" Target="../media/image36.jpg"/><Relationship Id="rId1" Type="http://schemas.openxmlformats.org/officeDocument/2006/relationships/slideLayout" Target="../slideLayouts/slideLayout2.xml"/><Relationship Id="rId6" Type="http://schemas.openxmlformats.org/officeDocument/2006/relationships/image" Target="../media/image40.jpg"/><Relationship Id="rId5" Type="http://schemas.openxmlformats.org/officeDocument/2006/relationships/image" Target="../media/image39.jpg"/><Relationship Id="rId4" Type="http://schemas.openxmlformats.org/officeDocument/2006/relationships/image" Target="../media/image38.jpg"/><Relationship Id="rId9"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12">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6571" y="1247775"/>
            <a:ext cx="6858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8D66B4C-9D5A-E64D-B3F4-AF76F72EC4D7}"/>
              </a:ext>
            </a:extLst>
          </p:cNvPr>
          <p:cNvSpPr>
            <a:spLocks noGrp="1"/>
          </p:cNvSpPr>
          <p:nvPr>
            <p:ph type="title"/>
          </p:nvPr>
        </p:nvSpPr>
        <p:spPr>
          <a:xfrm>
            <a:off x="1353741" y="1442172"/>
            <a:ext cx="6436518" cy="2177328"/>
          </a:xfrm>
        </p:spPr>
        <p:txBody>
          <a:bodyPr vert="horz" lIns="91440" tIns="45720" rIns="91440" bIns="45720" rtlCol="0" anchor="ctr">
            <a:normAutofit/>
          </a:bodyPr>
          <a:lstStyle/>
          <a:p>
            <a:pPr algn="ctr"/>
            <a:r>
              <a:rPr lang="en-US" sz="5700" b="1" kern="1200" dirty="0">
                <a:solidFill>
                  <a:schemeClr val="tx1"/>
                </a:solidFill>
                <a:latin typeface="+mj-lt"/>
                <a:ea typeface="+mj-ea"/>
                <a:cs typeface="+mj-cs"/>
              </a:rPr>
              <a:t>Halal Products</a:t>
            </a:r>
            <a:br>
              <a:rPr lang="en-US" sz="5700" b="1" kern="1200" dirty="0">
                <a:solidFill>
                  <a:schemeClr val="tx1"/>
                </a:solidFill>
                <a:latin typeface="+mj-lt"/>
                <a:ea typeface="+mj-ea"/>
                <a:cs typeface="+mj-cs"/>
              </a:rPr>
            </a:br>
            <a:r>
              <a:rPr lang="en-US" sz="5700" b="1" kern="1200" dirty="0">
                <a:solidFill>
                  <a:schemeClr val="tx1"/>
                </a:solidFill>
                <a:latin typeface="+mj-lt"/>
                <a:ea typeface="+mj-ea"/>
                <a:cs typeface="+mj-cs"/>
              </a:rPr>
              <a:t>(Rate List)</a:t>
            </a:r>
          </a:p>
        </p:txBody>
      </p:sp>
      <p:sp>
        <p:nvSpPr>
          <p:cNvPr id="16" name="Rectangle: Rounded Corners 14">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5904" y="3912322"/>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8930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descr="A box of food&#10;&#10;Description automatically generated with medium confidence">
            <a:extLst>
              <a:ext uri="{FF2B5EF4-FFF2-40B4-BE49-F238E27FC236}">
                <a16:creationId xmlns:a16="http://schemas.microsoft.com/office/drawing/2014/main" id="{243EDB6A-C954-E84B-B3A6-C56576B0D212}"/>
              </a:ext>
            </a:extLst>
          </p:cNvPr>
          <p:cNvPicPr>
            <a:picLocks noChangeAspect="1"/>
          </p:cNvPicPr>
          <p:nvPr/>
        </p:nvPicPr>
        <p:blipFill rotWithShape="1">
          <a:blip r:embed="rId2"/>
          <a:srcRect t="16173" r="-4" b="24449"/>
          <a:stretch/>
        </p:blipFill>
        <p:spPr>
          <a:xfrm>
            <a:off x="520583" y="2216157"/>
            <a:ext cx="3071795" cy="1823899"/>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C05D20C1-DB87-8D4B-8A17-5BB7F76A3F2C}"/>
              </a:ext>
            </a:extLst>
          </p:cNvPr>
          <p:cNvPicPr>
            <a:picLocks noChangeAspect="1"/>
          </p:cNvPicPr>
          <p:nvPr/>
        </p:nvPicPr>
        <p:blipFill rotWithShape="1">
          <a:blip r:embed="rId3"/>
          <a:srcRect t="13987" r="-4" b="26194"/>
          <a:stretch/>
        </p:blipFill>
        <p:spPr>
          <a:xfrm>
            <a:off x="3536861" y="2248420"/>
            <a:ext cx="2970467" cy="1776833"/>
          </a:xfrm>
          <a:prstGeom prst="rect">
            <a:avLst/>
          </a:prstGeom>
        </p:spPr>
      </p:pic>
      <p:pic>
        <p:nvPicPr>
          <p:cNvPr id="4" name="Picture 3" descr="A picture containing text&#10;&#10;Description automatically generated">
            <a:extLst>
              <a:ext uri="{FF2B5EF4-FFF2-40B4-BE49-F238E27FC236}">
                <a16:creationId xmlns:a16="http://schemas.microsoft.com/office/drawing/2014/main" id="{294D9C51-1FDE-B640-A536-96487BC86384}"/>
              </a:ext>
            </a:extLst>
          </p:cNvPr>
          <p:cNvPicPr>
            <a:picLocks noChangeAspect="1"/>
          </p:cNvPicPr>
          <p:nvPr/>
        </p:nvPicPr>
        <p:blipFill rotWithShape="1">
          <a:blip r:embed="rId4"/>
          <a:srcRect l="13931" t="25338" r="14592" b="14156"/>
          <a:stretch/>
        </p:blipFill>
        <p:spPr>
          <a:xfrm>
            <a:off x="7048499" y="2257425"/>
            <a:ext cx="2095501" cy="1773858"/>
          </a:xfrm>
          <a:prstGeom prst="rect">
            <a:avLst/>
          </a:prstGeom>
        </p:spPr>
      </p:pic>
      <p:pic>
        <p:nvPicPr>
          <p:cNvPr id="6" name="Picture 5" descr="A package of food&#10;&#10;Description automatically generated with low confidence">
            <a:extLst>
              <a:ext uri="{FF2B5EF4-FFF2-40B4-BE49-F238E27FC236}">
                <a16:creationId xmlns:a16="http://schemas.microsoft.com/office/drawing/2014/main" id="{0E1D31FB-B737-E943-8A26-5806B7255BB7}"/>
              </a:ext>
            </a:extLst>
          </p:cNvPr>
          <p:cNvPicPr>
            <a:picLocks noChangeAspect="1"/>
          </p:cNvPicPr>
          <p:nvPr/>
        </p:nvPicPr>
        <p:blipFill rotWithShape="1">
          <a:blip r:embed="rId5"/>
          <a:srcRect t="16752" r="-4" b="22987"/>
          <a:stretch/>
        </p:blipFill>
        <p:spPr>
          <a:xfrm>
            <a:off x="392713" y="4797584"/>
            <a:ext cx="3026762" cy="1823885"/>
          </a:xfrm>
          <a:prstGeom prst="rect">
            <a:avLst/>
          </a:prstGeom>
        </p:spPr>
      </p:pic>
      <p:pic>
        <p:nvPicPr>
          <p:cNvPr id="8" name="Picture 7" descr="A bag of chips&#10;&#10;Description automatically generated with medium confidence">
            <a:extLst>
              <a:ext uri="{FF2B5EF4-FFF2-40B4-BE49-F238E27FC236}">
                <a16:creationId xmlns:a16="http://schemas.microsoft.com/office/drawing/2014/main" id="{75E5051D-DBB1-AD4B-B3FF-B24F80958D59}"/>
              </a:ext>
            </a:extLst>
          </p:cNvPr>
          <p:cNvPicPr>
            <a:picLocks noChangeAspect="1"/>
          </p:cNvPicPr>
          <p:nvPr/>
        </p:nvPicPr>
        <p:blipFill rotWithShape="1">
          <a:blip r:embed="rId6"/>
          <a:srcRect l="15524" t="26642" r="15503" b="12410"/>
          <a:stretch/>
        </p:blipFill>
        <p:spPr>
          <a:xfrm>
            <a:off x="7112169" y="4925157"/>
            <a:ext cx="2055951" cy="1816687"/>
          </a:xfrm>
          <a:prstGeom prst="rect">
            <a:avLst/>
          </a:prstGeom>
        </p:spPr>
      </p:pic>
      <p:pic>
        <p:nvPicPr>
          <p:cNvPr id="5" name="Picture 4" descr="A package of food&#10;&#10;Description automatically generated with low confidence">
            <a:extLst>
              <a:ext uri="{FF2B5EF4-FFF2-40B4-BE49-F238E27FC236}">
                <a16:creationId xmlns:a16="http://schemas.microsoft.com/office/drawing/2014/main" id="{C7A0D685-747D-BA4A-AD8D-E2FD62B259CC}"/>
              </a:ext>
            </a:extLst>
          </p:cNvPr>
          <p:cNvPicPr>
            <a:picLocks noChangeAspect="1"/>
          </p:cNvPicPr>
          <p:nvPr/>
        </p:nvPicPr>
        <p:blipFill rotWithShape="1">
          <a:blip r:embed="rId7"/>
          <a:srcRect t="19883" r="-3" b="20739"/>
          <a:stretch/>
        </p:blipFill>
        <p:spPr>
          <a:xfrm>
            <a:off x="3876072" y="5044438"/>
            <a:ext cx="2841106" cy="1686940"/>
          </a:xfrm>
          <a:prstGeom prst="rect">
            <a:avLst/>
          </a:prstGeom>
        </p:spPr>
      </p:pic>
      <p:sp>
        <p:nvSpPr>
          <p:cNvPr id="15" name="Subtitle 2">
            <a:extLst>
              <a:ext uri="{FF2B5EF4-FFF2-40B4-BE49-F238E27FC236}">
                <a16:creationId xmlns:a16="http://schemas.microsoft.com/office/drawing/2014/main" id="{441448E6-8148-9E44-8570-6A0C4169EAAD}"/>
              </a:ext>
            </a:extLst>
          </p:cNvPr>
          <p:cNvSpPr txBox="1">
            <a:spLocks/>
          </p:cNvSpPr>
          <p:nvPr/>
        </p:nvSpPr>
        <p:spPr>
          <a:xfrm>
            <a:off x="6605974" y="4215918"/>
            <a:ext cx="3000082"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a:solidFill>
                  <a:sysClr val="windowText" lastClr="000000"/>
                </a:solidFill>
                <a:latin typeface="Times New Roman" panose="02020603050405020304" pitchFamily="18" charset="0"/>
                <a:cs typeface="Times New Roman" panose="02020603050405020304" pitchFamily="18" charset="0"/>
              </a:rPr>
              <a:t>Turmeric Powder</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3900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BA59B6C6-68CC-DB4B-97F5-62717E6DD761}"/>
              </a:ext>
            </a:extLst>
          </p:cNvPr>
          <p:cNvSpPr txBox="1">
            <a:spLocks/>
          </p:cNvSpPr>
          <p:nvPr/>
        </p:nvSpPr>
        <p:spPr>
          <a:xfrm>
            <a:off x="485295" y="4156614"/>
            <a:ext cx="3000082"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a:solidFill>
                  <a:sysClr val="windowText" lastClr="000000"/>
                </a:solidFill>
                <a:latin typeface="Times New Roman" panose="02020603050405020304" pitchFamily="18" charset="0"/>
                <a:cs typeface="Times New Roman" panose="02020603050405020304" pitchFamily="18" charset="0"/>
              </a:rPr>
              <a:t>Biryani Masala (Mehran)</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3500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17" name="Subtitle 2">
            <a:extLst>
              <a:ext uri="{FF2B5EF4-FFF2-40B4-BE49-F238E27FC236}">
                <a16:creationId xmlns:a16="http://schemas.microsoft.com/office/drawing/2014/main" id="{5673B121-41FA-DA45-932D-63098A0356D7}"/>
              </a:ext>
            </a:extLst>
          </p:cNvPr>
          <p:cNvSpPr txBox="1">
            <a:spLocks/>
          </p:cNvSpPr>
          <p:nvPr/>
        </p:nvSpPr>
        <p:spPr>
          <a:xfrm>
            <a:off x="406053" y="1504938"/>
            <a:ext cx="3000082"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a:solidFill>
                  <a:sysClr val="windowText" lastClr="000000"/>
                </a:solidFill>
                <a:latin typeface="Times New Roman" panose="02020603050405020304" pitchFamily="18" charset="0"/>
                <a:cs typeface="Times New Roman" panose="02020603050405020304" pitchFamily="18" charset="0"/>
              </a:rPr>
              <a:t>Curry Powder</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3500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18" name="Subtitle 2">
            <a:extLst>
              <a:ext uri="{FF2B5EF4-FFF2-40B4-BE49-F238E27FC236}">
                <a16:creationId xmlns:a16="http://schemas.microsoft.com/office/drawing/2014/main" id="{AAD56D3F-D002-7C4C-BBE4-CFCA8DE2C81F}"/>
              </a:ext>
            </a:extLst>
          </p:cNvPr>
          <p:cNvSpPr txBox="1">
            <a:spLocks/>
          </p:cNvSpPr>
          <p:nvPr/>
        </p:nvSpPr>
        <p:spPr>
          <a:xfrm>
            <a:off x="2954155" y="1556430"/>
            <a:ext cx="4324172" cy="601225"/>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err="1">
                <a:solidFill>
                  <a:sysClr val="windowText" lastClr="000000"/>
                </a:solidFill>
                <a:latin typeface="Times New Roman" panose="02020603050405020304" pitchFamily="18" charset="0"/>
                <a:cs typeface="Times New Roman" panose="02020603050405020304" pitchFamily="18" charset="0"/>
              </a:rPr>
              <a:t>Yakhni</a:t>
            </a:r>
            <a:r>
              <a:rPr lang="en-US" sz="2000" dirty="0">
                <a:solidFill>
                  <a:sysClr val="windowText" lastClr="000000"/>
                </a:solidFill>
                <a:latin typeface="Times New Roman" panose="02020603050405020304" pitchFamily="18" charset="0"/>
                <a:cs typeface="Times New Roman" panose="02020603050405020304" pitchFamily="18" charset="0"/>
              </a:rPr>
              <a:t> </a:t>
            </a:r>
            <a:r>
              <a:rPr lang="en-US" sz="2000" dirty="0" err="1">
                <a:solidFill>
                  <a:sysClr val="windowText" lastClr="000000"/>
                </a:solidFill>
                <a:latin typeface="Times New Roman" panose="02020603050405020304" pitchFamily="18" charset="0"/>
                <a:cs typeface="Times New Roman" panose="02020603050405020304" pitchFamily="18" charset="0"/>
              </a:rPr>
              <a:t>Palao</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3000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19" name="Subtitle 2">
            <a:extLst>
              <a:ext uri="{FF2B5EF4-FFF2-40B4-BE49-F238E27FC236}">
                <a16:creationId xmlns:a16="http://schemas.microsoft.com/office/drawing/2014/main" id="{DAD19528-47D8-7E48-941B-C102B82C1B08}"/>
              </a:ext>
            </a:extLst>
          </p:cNvPr>
          <p:cNvSpPr txBox="1">
            <a:spLocks/>
          </p:cNvSpPr>
          <p:nvPr/>
        </p:nvSpPr>
        <p:spPr>
          <a:xfrm>
            <a:off x="3086246" y="4269925"/>
            <a:ext cx="4324172" cy="601225"/>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a:solidFill>
                  <a:sysClr val="windowText" lastClr="000000"/>
                </a:solidFill>
                <a:latin typeface="Times New Roman" panose="02020603050405020304" pitchFamily="18" charset="0"/>
                <a:cs typeface="Times New Roman" panose="02020603050405020304" pitchFamily="18" charset="0"/>
              </a:rPr>
              <a:t>coriander Powder</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3500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20" name="Subtitle 2">
            <a:extLst>
              <a:ext uri="{FF2B5EF4-FFF2-40B4-BE49-F238E27FC236}">
                <a16:creationId xmlns:a16="http://schemas.microsoft.com/office/drawing/2014/main" id="{0897F166-629E-9940-B932-7C8C6DF0CAC5}"/>
              </a:ext>
            </a:extLst>
          </p:cNvPr>
          <p:cNvSpPr txBox="1">
            <a:spLocks/>
          </p:cNvSpPr>
          <p:nvPr/>
        </p:nvSpPr>
        <p:spPr>
          <a:xfrm>
            <a:off x="6507328" y="1516395"/>
            <a:ext cx="3000082"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2000" dirty="0">
                <a:solidFill>
                  <a:sysClr val="windowText" lastClr="000000"/>
                </a:solidFill>
                <a:latin typeface="Times New Roman" panose="02020603050405020304" pitchFamily="18" charset="0"/>
                <a:cs typeface="Times New Roman" panose="02020603050405020304" pitchFamily="18" charset="0"/>
              </a:rPr>
              <a:t>Cumin Seeds Whole</a:t>
            </a:r>
            <a:br>
              <a:rPr lang="en-US" sz="2000" dirty="0">
                <a:solidFill>
                  <a:sysClr val="windowText" lastClr="000000"/>
                </a:solidFill>
                <a:latin typeface="Times New Roman" panose="02020603050405020304" pitchFamily="18" charset="0"/>
                <a:cs typeface="Times New Roman" panose="02020603050405020304" pitchFamily="18" charset="0"/>
              </a:rPr>
            </a:br>
            <a:r>
              <a:rPr lang="en-KR" sz="2000" dirty="0">
                <a:latin typeface="Times New Roman" panose="02020603050405020304" pitchFamily="18" charset="0"/>
                <a:cs typeface="Times New Roman" panose="02020603050405020304" pitchFamily="18" charset="0"/>
              </a:rPr>
              <a:t>₩</a:t>
            </a:r>
            <a:r>
              <a:rPr lang="en-US" sz="2000" dirty="0">
                <a:solidFill>
                  <a:sysClr val="windowText" lastClr="000000"/>
                </a:solidFill>
                <a:latin typeface="Times New Roman" panose="02020603050405020304" pitchFamily="18" charset="0"/>
                <a:cs typeface="Times New Roman" panose="02020603050405020304" pitchFamily="18" charset="0"/>
              </a:rPr>
              <a:t> 4500 </a:t>
            </a:r>
            <a:endParaRPr lang="en-KR" sz="2000" dirty="0">
              <a:solidFill>
                <a:sysClr val="windowText" lastClr="0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179D1B-FB3D-4FE7-B0FD-9384173F127B}"/>
              </a:ext>
            </a:extLst>
          </p:cNvPr>
          <p:cNvSpPr txBox="1"/>
          <p:nvPr/>
        </p:nvSpPr>
        <p:spPr>
          <a:xfrm>
            <a:off x="3050660" y="195668"/>
            <a:ext cx="3589444" cy="923330"/>
          </a:xfrm>
          <a:prstGeom prst="rect">
            <a:avLst/>
          </a:prstGeom>
          <a:noFill/>
        </p:spPr>
        <p:txBody>
          <a:bodyPr wrap="none" rtlCol="0">
            <a:spAutoFit/>
          </a:bodyPr>
          <a:lstStyle/>
          <a:p>
            <a:r>
              <a:rPr lang="en-US" sz="5400" b="1" dirty="0"/>
              <a:t>Basic Spices</a:t>
            </a:r>
          </a:p>
        </p:txBody>
      </p:sp>
    </p:spTree>
    <p:extLst>
      <p:ext uri="{BB962C8B-B14F-4D97-AF65-F5344CB8AC3E}">
        <p14:creationId xmlns:p14="http://schemas.microsoft.com/office/powerpoint/2010/main" val="404075423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2E56AF9-27FF-D143-A850-CEE8D0F84ECD}"/>
              </a:ext>
            </a:extLst>
          </p:cNvPr>
          <p:cNvPicPr>
            <a:picLocks noChangeAspect="1"/>
          </p:cNvPicPr>
          <p:nvPr/>
        </p:nvPicPr>
        <p:blipFill rotWithShape="1">
          <a:blip r:embed="rId2"/>
          <a:srcRect t="14251" r="-4" b="24801"/>
          <a:stretch/>
        </p:blipFill>
        <p:spPr>
          <a:xfrm>
            <a:off x="546435" y="1911884"/>
            <a:ext cx="1955366" cy="1191710"/>
          </a:xfrm>
          <a:prstGeom prst="rect">
            <a:avLst/>
          </a:prstGeom>
        </p:spPr>
      </p:pic>
      <p:pic>
        <p:nvPicPr>
          <p:cNvPr id="7" name="Picture 6" descr="Text, letter&#10;&#10;Description automatically generated">
            <a:extLst>
              <a:ext uri="{FF2B5EF4-FFF2-40B4-BE49-F238E27FC236}">
                <a16:creationId xmlns:a16="http://schemas.microsoft.com/office/drawing/2014/main" id="{337F820D-44F7-8640-A78D-630FFAC7A80A}"/>
              </a:ext>
            </a:extLst>
          </p:cNvPr>
          <p:cNvPicPr>
            <a:picLocks noChangeAspect="1"/>
          </p:cNvPicPr>
          <p:nvPr/>
        </p:nvPicPr>
        <p:blipFill rotWithShape="1">
          <a:blip r:embed="rId3"/>
          <a:srcRect t="31395" r="-4" b="8344"/>
          <a:stretch/>
        </p:blipFill>
        <p:spPr>
          <a:xfrm>
            <a:off x="3543980" y="1927834"/>
            <a:ext cx="1926626" cy="1160958"/>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1E012B72-7E17-3E4C-A629-A6B796086C1B}"/>
              </a:ext>
            </a:extLst>
          </p:cNvPr>
          <p:cNvPicPr>
            <a:picLocks noChangeAspect="1"/>
          </p:cNvPicPr>
          <p:nvPr/>
        </p:nvPicPr>
        <p:blipFill rotWithShape="1">
          <a:blip r:embed="rId4"/>
          <a:srcRect t="25601" r="-4" b="13893"/>
          <a:stretch/>
        </p:blipFill>
        <p:spPr>
          <a:xfrm>
            <a:off x="6640105" y="1927834"/>
            <a:ext cx="1915612" cy="1159014"/>
          </a:xfrm>
          <a:prstGeom prst="rect">
            <a:avLst/>
          </a:prstGeom>
        </p:spPr>
      </p:pic>
      <p:pic>
        <p:nvPicPr>
          <p:cNvPr id="11" name="Picture 10" descr="A package of food&#10;&#10;Description automatically generated with medium confidence">
            <a:extLst>
              <a:ext uri="{FF2B5EF4-FFF2-40B4-BE49-F238E27FC236}">
                <a16:creationId xmlns:a16="http://schemas.microsoft.com/office/drawing/2014/main" id="{3A4BE06A-EE37-B14E-9228-3B48A32B170F}"/>
              </a:ext>
            </a:extLst>
          </p:cNvPr>
          <p:cNvPicPr>
            <a:picLocks noChangeAspect="1"/>
          </p:cNvPicPr>
          <p:nvPr/>
        </p:nvPicPr>
        <p:blipFill rotWithShape="1">
          <a:blip r:embed="rId5"/>
          <a:srcRect t="7867" r="-4" b="32314"/>
          <a:stretch/>
        </p:blipFill>
        <p:spPr>
          <a:xfrm>
            <a:off x="527989" y="3671415"/>
            <a:ext cx="1992257" cy="1191701"/>
          </a:xfrm>
          <a:prstGeom prst="rect">
            <a:avLst/>
          </a:prstGeom>
        </p:spPr>
      </p:pic>
      <p:sp>
        <p:nvSpPr>
          <p:cNvPr id="2" name="Title 1">
            <a:extLst>
              <a:ext uri="{FF2B5EF4-FFF2-40B4-BE49-F238E27FC236}">
                <a16:creationId xmlns:a16="http://schemas.microsoft.com/office/drawing/2014/main" id="{315AD8A4-4F64-3648-BDFB-BC3B9FA7BA7C}"/>
              </a:ext>
            </a:extLst>
          </p:cNvPr>
          <p:cNvSpPr>
            <a:spLocks noGrp="1"/>
          </p:cNvSpPr>
          <p:nvPr>
            <p:ph type="ctrTitle"/>
          </p:nvPr>
        </p:nvSpPr>
        <p:spPr>
          <a:xfrm>
            <a:off x="6211615" y="3688133"/>
            <a:ext cx="2130293" cy="1732023"/>
          </a:xfrm>
        </p:spPr>
        <p:txBody>
          <a:bodyPr>
            <a:normAutofit/>
          </a:bodyPr>
          <a:lstStyle/>
          <a:p>
            <a:pPr algn="l"/>
            <a:r>
              <a:rPr lang="en-KR" sz="3600" dirty="0">
                <a:solidFill>
                  <a:srgbClr val="FFFFFF"/>
                </a:solidFill>
              </a:rPr>
              <a:t>SPICES SECTION (1/2)</a:t>
            </a:r>
          </a:p>
        </p:txBody>
      </p:sp>
      <p:sp>
        <p:nvSpPr>
          <p:cNvPr id="3" name="Subtitle 2">
            <a:extLst>
              <a:ext uri="{FF2B5EF4-FFF2-40B4-BE49-F238E27FC236}">
                <a16:creationId xmlns:a16="http://schemas.microsoft.com/office/drawing/2014/main" id="{10B0B4C8-9FB6-CD41-A63A-ABDC38735E6D}"/>
              </a:ext>
            </a:extLst>
          </p:cNvPr>
          <p:cNvSpPr>
            <a:spLocks noGrp="1"/>
          </p:cNvSpPr>
          <p:nvPr>
            <p:ph type="subTitle" idx="1"/>
          </p:nvPr>
        </p:nvSpPr>
        <p:spPr>
          <a:xfrm>
            <a:off x="100668" y="3278583"/>
            <a:ext cx="2825938" cy="392832"/>
          </a:xfrm>
          <a:noFill/>
          <a:ln>
            <a:noFill/>
          </a:ln>
        </p:spPr>
        <p:style>
          <a:lnRef idx="1">
            <a:schemeClr val="accent3"/>
          </a:lnRef>
          <a:fillRef idx="2">
            <a:schemeClr val="accent3"/>
          </a:fillRef>
          <a:effectRef idx="1">
            <a:schemeClr val="accent3"/>
          </a:effectRef>
          <a:fontRef idx="minor">
            <a:schemeClr val="dk1"/>
          </a:fontRef>
        </p:style>
        <p:txBody>
          <a:bodyPr>
            <a:noAutofit/>
          </a:bodyPr>
          <a:lstStyle/>
          <a:p>
            <a:r>
              <a:rPr lang="en-US" sz="1350" dirty="0" err="1">
                <a:solidFill>
                  <a:sysClr val="windowText" lastClr="000000"/>
                </a:solidFill>
                <a:latin typeface="Times New Roman" panose="02020603050405020304" pitchFamily="18" charset="0"/>
                <a:cs typeface="Times New Roman" panose="02020603050405020304" pitchFamily="18" charset="0"/>
              </a:rPr>
              <a:t>Qeema</a:t>
            </a:r>
            <a:r>
              <a:rPr lang="en-US" sz="1350" dirty="0">
                <a:solidFill>
                  <a:sysClr val="windowText" lastClr="000000"/>
                </a:solidFill>
                <a:latin typeface="Times New Roman" panose="02020603050405020304" pitchFamily="18" charset="0"/>
                <a:cs typeface="Times New Roman" panose="02020603050405020304" pitchFamily="18" charset="0"/>
              </a:rPr>
              <a:t> (Mehran) </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3500</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pic>
        <p:nvPicPr>
          <p:cNvPr id="15" name="Picture 14" descr="A picture containing text, sauce&#10;&#10;Description automatically generated">
            <a:extLst>
              <a:ext uri="{FF2B5EF4-FFF2-40B4-BE49-F238E27FC236}">
                <a16:creationId xmlns:a16="http://schemas.microsoft.com/office/drawing/2014/main" id="{EE1754D8-B117-074E-A5F7-E35057757126}"/>
              </a:ext>
            </a:extLst>
          </p:cNvPr>
          <p:cNvPicPr>
            <a:picLocks noChangeAspect="1"/>
          </p:cNvPicPr>
          <p:nvPr/>
        </p:nvPicPr>
        <p:blipFill rotWithShape="1">
          <a:blip r:embed="rId6"/>
          <a:srcRect t="18913" r="-4" b="21709"/>
          <a:stretch/>
        </p:blipFill>
        <p:spPr>
          <a:xfrm>
            <a:off x="3506853" y="3559011"/>
            <a:ext cx="2130293" cy="1264875"/>
          </a:xfrm>
          <a:prstGeom prst="rect">
            <a:avLst/>
          </a:prstGeom>
        </p:spPr>
      </p:pic>
      <p:sp>
        <p:nvSpPr>
          <p:cNvPr id="20" name="Subtitle 2">
            <a:extLst>
              <a:ext uri="{FF2B5EF4-FFF2-40B4-BE49-F238E27FC236}">
                <a16:creationId xmlns:a16="http://schemas.microsoft.com/office/drawing/2014/main" id="{22D60964-287C-5D4C-9A74-4A8733E35507}"/>
              </a:ext>
            </a:extLst>
          </p:cNvPr>
          <p:cNvSpPr txBox="1">
            <a:spLocks/>
          </p:cNvSpPr>
          <p:nvPr/>
        </p:nvSpPr>
        <p:spPr>
          <a:xfrm>
            <a:off x="3060811" y="1500743"/>
            <a:ext cx="2905533"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a:solidFill>
                  <a:sysClr val="windowText" lastClr="000000"/>
                </a:solidFill>
                <a:latin typeface="Times New Roman" panose="02020603050405020304" pitchFamily="18" charset="0"/>
                <a:cs typeface="Times New Roman" panose="02020603050405020304" pitchFamily="18" charset="0"/>
              </a:rPr>
              <a:t>Cumin Seeds Powder (</a:t>
            </a:r>
            <a:r>
              <a:rPr lang="en-US" sz="1350" dirty="0" err="1">
                <a:solidFill>
                  <a:sysClr val="windowText" lastClr="000000"/>
                </a:solidFill>
                <a:latin typeface="Times New Roman" panose="02020603050405020304" pitchFamily="18" charset="0"/>
                <a:cs typeface="Times New Roman" panose="02020603050405020304" pitchFamily="18" charset="0"/>
              </a:rPr>
              <a:t>Laziz</a:t>
            </a:r>
            <a:r>
              <a:rPr lang="en-US" sz="1350" dirty="0">
                <a:solidFill>
                  <a:sysClr val="windowText" lastClr="000000"/>
                </a:solidFill>
                <a:latin typeface="Times New Roman" panose="02020603050405020304" pitchFamily="18" charset="0"/>
                <a:cs typeface="Times New Roman" panose="02020603050405020304" pitchFamily="18" charset="0"/>
              </a:rPr>
              <a:t>) </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4000</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sp>
        <p:nvSpPr>
          <p:cNvPr id="21" name="Subtitle 2">
            <a:extLst>
              <a:ext uri="{FF2B5EF4-FFF2-40B4-BE49-F238E27FC236}">
                <a16:creationId xmlns:a16="http://schemas.microsoft.com/office/drawing/2014/main" id="{2631C508-6CA6-0F49-A660-B73B3EA6BB50}"/>
              </a:ext>
            </a:extLst>
          </p:cNvPr>
          <p:cNvSpPr txBox="1">
            <a:spLocks/>
          </p:cNvSpPr>
          <p:nvPr/>
        </p:nvSpPr>
        <p:spPr>
          <a:xfrm>
            <a:off x="93495" y="1497664"/>
            <a:ext cx="2825938"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err="1">
                <a:solidFill>
                  <a:sysClr val="windowText" lastClr="000000"/>
                </a:solidFill>
                <a:latin typeface="Times New Roman" panose="02020603050405020304" pitchFamily="18" charset="0"/>
                <a:cs typeface="Times New Roman" panose="02020603050405020304" pitchFamily="18" charset="0"/>
              </a:rPr>
              <a:t>Chaat</a:t>
            </a:r>
            <a:r>
              <a:rPr lang="en-US" sz="1350" dirty="0">
                <a:solidFill>
                  <a:sysClr val="windowText" lastClr="000000"/>
                </a:solidFill>
                <a:latin typeface="Times New Roman" panose="02020603050405020304" pitchFamily="18" charset="0"/>
                <a:cs typeface="Times New Roman" panose="02020603050405020304" pitchFamily="18" charset="0"/>
              </a:rPr>
              <a:t> Masala (Mehran) </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3200</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sp>
        <p:nvSpPr>
          <p:cNvPr id="22" name="Subtitle 2">
            <a:extLst>
              <a:ext uri="{FF2B5EF4-FFF2-40B4-BE49-F238E27FC236}">
                <a16:creationId xmlns:a16="http://schemas.microsoft.com/office/drawing/2014/main" id="{7680FC44-745B-B340-9104-62DC57697BB9}"/>
              </a:ext>
            </a:extLst>
          </p:cNvPr>
          <p:cNvSpPr txBox="1">
            <a:spLocks/>
          </p:cNvSpPr>
          <p:nvPr/>
        </p:nvSpPr>
        <p:spPr>
          <a:xfrm>
            <a:off x="0" y="4995694"/>
            <a:ext cx="3000082"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a:solidFill>
                  <a:sysClr val="windowText" lastClr="000000"/>
                </a:solidFill>
                <a:latin typeface="Times New Roman" panose="02020603050405020304" pitchFamily="18" charset="0"/>
                <a:cs typeface="Times New Roman" panose="02020603050405020304" pitchFamily="18" charset="0"/>
              </a:rPr>
              <a:t>Garam Masala Powder</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6500 </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C0782EF6-BEF5-F944-B488-A49DB2F22E96}"/>
              </a:ext>
            </a:extLst>
          </p:cNvPr>
          <p:cNvSpPr txBox="1">
            <a:spLocks/>
          </p:cNvSpPr>
          <p:nvPr/>
        </p:nvSpPr>
        <p:spPr>
          <a:xfrm>
            <a:off x="3203718" y="3151806"/>
            <a:ext cx="2825938"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a:solidFill>
                  <a:sysClr val="windowText" lastClr="000000"/>
                </a:solidFill>
                <a:latin typeface="Times New Roman" panose="02020603050405020304" pitchFamily="18" charset="0"/>
                <a:cs typeface="Times New Roman" panose="02020603050405020304" pitchFamily="18" charset="0"/>
              </a:rPr>
              <a:t>Red </a:t>
            </a:r>
            <a:r>
              <a:rPr lang="en-US" sz="1350" dirty="0" err="1">
                <a:solidFill>
                  <a:sysClr val="windowText" lastClr="000000"/>
                </a:solidFill>
                <a:latin typeface="Times New Roman" panose="02020603050405020304" pitchFamily="18" charset="0"/>
                <a:cs typeface="Times New Roman" panose="02020603050405020304" pitchFamily="18" charset="0"/>
              </a:rPr>
              <a:t>Chilli</a:t>
            </a:r>
            <a:r>
              <a:rPr lang="en-US" sz="1350" dirty="0">
                <a:solidFill>
                  <a:sysClr val="windowText" lastClr="000000"/>
                </a:solidFill>
                <a:latin typeface="Times New Roman" panose="02020603050405020304" pitchFamily="18" charset="0"/>
                <a:cs typeface="Times New Roman" panose="02020603050405020304" pitchFamily="18" charset="0"/>
              </a:rPr>
              <a:t> Powder </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5500</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sp>
        <p:nvSpPr>
          <p:cNvPr id="24" name="Subtitle 2">
            <a:extLst>
              <a:ext uri="{FF2B5EF4-FFF2-40B4-BE49-F238E27FC236}">
                <a16:creationId xmlns:a16="http://schemas.microsoft.com/office/drawing/2014/main" id="{57FEE553-3F01-F64F-A7EC-DAE21CB596DA}"/>
              </a:ext>
            </a:extLst>
          </p:cNvPr>
          <p:cNvSpPr txBox="1">
            <a:spLocks/>
          </p:cNvSpPr>
          <p:nvPr/>
        </p:nvSpPr>
        <p:spPr>
          <a:xfrm>
            <a:off x="6211614" y="1493993"/>
            <a:ext cx="2825938" cy="392832"/>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a:solidFill>
                  <a:sysClr val="windowText" lastClr="000000"/>
                </a:solidFill>
                <a:latin typeface="Times New Roman" panose="02020603050405020304" pitchFamily="18" charset="0"/>
                <a:cs typeface="Times New Roman" panose="02020603050405020304" pitchFamily="18" charset="0"/>
              </a:rPr>
              <a:t>Garam Masala Whole (EZEE) </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6500</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15A9FEF8-33A4-F844-A9CD-9A568C2F8254}"/>
              </a:ext>
            </a:extLst>
          </p:cNvPr>
          <p:cNvPicPr>
            <a:picLocks noChangeAspect="1"/>
          </p:cNvPicPr>
          <p:nvPr/>
        </p:nvPicPr>
        <p:blipFill>
          <a:blip r:embed="rId7"/>
          <a:srcRect t="20092" b="20092"/>
          <a:stretch/>
        </p:blipFill>
        <p:spPr>
          <a:xfrm>
            <a:off x="527989" y="5428110"/>
            <a:ext cx="1992257" cy="1191701"/>
          </a:xfrm>
          <a:prstGeom prst="rect">
            <a:avLst/>
          </a:prstGeom>
        </p:spPr>
      </p:pic>
      <p:pic>
        <p:nvPicPr>
          <p:cNvPr id="1026" name="Picture 2" descr="LAZIZA CHICKEN MASALA TWO BAGS INSE 100 GM -">
            <a:extLst>
              <a:ext uri="{FF2B5EF4-FFF2-40B4-BE49-F238E27FC236}">
                <a16:creationId xmlns:a16="http://schemas.microsoft.com/office/drawing/2014/main" id="{6C3E6836-BA80-457A-90E3-13EBDBA9CC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8773" y="4054411"/>
            <a:ext cx="1924050" cy="2565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47446D6-9CC9-4A51-9F0B-5DE67474A8CE}"/>
              </a:ext>
            </a:extLst>
          </p:cNvPr>
          <p:cNvSpPr txBox="1"/>
          <p:nvPr/>
        </p:nvSpPr>
        <p:spPr>
          <a:xfrm>
            <a:off x="6888773" y="3688133"/>
            <a:ext cx="1874231" cy="523220"/>
          </a:xfrm>
          <a:prstGeom prst="rect">
            <a:avLst/>
          </a:prstGeom>
          <a:noFill/>
        </p:spPr>
        <p:txBody>
          <a:bodyPr wrap="none" rtlCol="0">
            <a:spAutoFit/>
          </a:bodyPr>
          <a:lstStyle/>
          <a:p>
            <a:pPr algn="ctr"/>
            <a:r>
              <a:rPr lang="en-US" sz="1400" dirty="0">
                <a:latin typeface="Times New Roman" panose="02020603050405020304" pitchFamily="18" charset="0"/>
                <a:cs typeface="Times New Roman" panose="02020603050405020304" pitchFamily="18" charset="0"/>
              </a:rPr>
              <a:t>Chicken Masala </a:t>
            </a:r>
            <a:r>
              <a:rPr lang="en-US" sz="1400" dirty="0" err="1">
                <a:latin typeface="Times New Roman" panose="02020603050405020304" pitchFamily="18" charset="0"/>
                <a:cs typeface="Times New Roman" panose="02020603050405020304" pitchFamily="18" charset="0"/>
              </a:rPr>
              <a:t>Laziza</a:t>
            </a: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3500 Won</a:t>
            </a:r>
          </a:p>
        </p:txBody>
      </p:sp>
      <p:pic>
        <p:nvPicPr>
          <p:cNvPr id="26" name="Content Placeholder 5" descr="A picture containing letter&#10;&#10;Description automatically generated">
            <a:extLst>
              <a:ext uri="{FF2B5EF4-FFF2-40B4-BE49-F238E27FC236}">
                <a16:creationId xmlns:a16="http://schemas.microsoft.com/office/drawing/2014/main" id="{1FDB2D01-AA6E-47E5-8CB3-4B0E0F961FD4}"/>
              </a:ext>
            </a:extLst>
          </p:cNvPr>
          <p:cNvPicPr>
            <a:picLocks noChangeAspect="1"/>
          </p:cNvPicPr>
          <p:nvPr/>
        </p:nvPicPr>
        <p:blipFill>
          <a:blip r:embed="rId9"/>
          <a:stretch>
            <a:fillRect/>
          </a:stretch>
        </p:blipFill>
        <p:spPr>
          <a:xfrm>
            <a:off x="3860337" y="5131542"/>
            <a:ext cx="1512701" cy="1512701"/>
          </a:xfrm>
          <a:prstGeom prst="rect">
            <a:avLst/>
          </a:prstGeom>
        </p:spPr>
      </p:pic>
      <p:sp>
        <p:nvSpPr>
          <p:cNvPr id="27" name="Subtitle 2">
            <a:extLst>
              <a:ext uri="{FF2B5EF4-FFF2-40B4-BE49-F238E27FC236}">
                <a16:creationId xmlns:a16="http://schemas.microsoft.com/office/drawing/2014/main" id="{CEF9182A-B3F7-4000-A29A-23E9F8F9B7D0}"/>
              </a:ext>
            </a:extLst>
          </p:cNvPr>
          <p:cNvSpPr txBox="1">
            <a:spLocks/>
          </p:cNvSpPr>
          <p:nvPr/>
        </p:nvSpPr>
        <p:spPr>
          <a:xfrm>
            <a:off x="3908555" y="4817242"/>
            <a:ext cx="1375766" cy="392833"/>
          </a:xfrm>
          <a:prstGeom prst="rect">
            <a:avLst/>
          </a:prstGeom>
          <a:noFill/>
          <a:ln w="6350" cap="flat" cmpd="sng" algn="ctr">
            <a:noFill/>
            <a:prstDash val="solid"/>
            <a:miter lim="800000"/>
          </a:ln>
        </p:spPr>
        <p:style>
          <a:lnRef idx="1">
            <a:schemeClr val="accent3"/>
          </a:lnRef>
          <a:fillRef idx="2">
            <a:schemeClr val="accent3"/>
          </a:fillRef>
          <a:effectRef idx="1">
            <a:schemeClr val="accent3"/>
          </a:effectRef>
          <a:fontRef idx="minor">
            <a:schemeClr val="dk1"/>
          </a:fontRef>
        </p:style>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US" sz="1350" dirty="0">
                <a:solidFill>
                  <a:sysClr val="windowText" lastClr="000000"/>
                </a:solidFill>
                <a:latin typeface="Times New Roman" panose="02020603050405020304" pitchFamily="18" charset="0"/>
                <a:cs typeface="Times New Roman" panose="02020603050405020304" pitchFamily="18" charset="0"/>
              </a:rPr>
              <a:t>Achar Ghost</a:t>
            </a:r>
            <a:br>
              <a:rPr lang="en-US" sz="1350" dirty="0">
                <a:solidFill>
                  <a:sysClr val="windowText" lastClr="000000"/>
                </a:solidFill>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a:t>
            </a:r>
            <a:r>
              <a:rPr lang="en-US" sz="1350" dirty="0">
                <a:solidFill>
                  <a:sysClr val="windowText" lastClr="000000"/>
                </a:solidFill>
                <a:latin typeface="Times New Roman" panose="02020603050405020304" pitchFamily="18" charset="0"/>
                <a:cs typeface="Times New Roman" panose="02020603050405020304" pitchFamily="18" charset="0"/>
              </a:rPr>
              <a:t> 3500 </a:t>
            </a:r>
            <a:endParaRPr lang="en-KR" sz="1350" dirty="0">
              <a:solidFill>
                <a:sysClr val="windowText" lastClr="000000"/>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BF83DA34-88C1-4FC2-8E60-B076DD816895}"/>
              </a:ext>
            </a:extLst>
          </p:cNvPr>
          <p:cNvSpPr txBox="1"/>
          <p:nvPr/>
        </p:nvSpPr>
        <p:spPr>
          <a:xfrm>
            <a:off x="3116646" y="329222"/>
            <a:ext cx="3000082" cy="646331"/>
          </a:xfrm>
          <a:prstGeom prst="rect">
            <a:avLst/>
          </a:prstGeom>
          <a:noFill/>
        </p:spPr>
        <p:txBody>
          <a:bodyPr wrap="square" rtlCol="0">
            <a:spAutoFit/>
          </a:bodyPr>
          <a:lstStyle/>
          <a:p>
            <a:r>
              <a:rPr lang="en-US" sz="3600" b="1" dirty="0"/>
              <a:t>Basic Spices</a:t>
            </a:r>
          </a:p>
        </p:txBody>
      </p:sp>
    </p:spTree>
    <p:extLst>
      <p:ext uri="{BB962C8B-B14F-4D97-AF65-F5344CB8AC3E}">
        <p14:creationId xmlns:p14="http://schemas.microsoft.com/office/powerpoint/2010/main" val="421997496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cake, food, piece, chocolate&#10;&#10;Description automatically generated">
            <a:extLst>
              <a:ext uri="{FF2B5EF4-FFF2-40B4-BE49-F238E27FC236}">
                <a16:creationId xmlns:a16="http://schemas.microsoft.com/office/drawing/2014/main" id="{BB9551CB-8F33-3846-94F5-0D0C75F59895}"/>
              </a:ext>
            </a:extLst>
          </p:cNvPr>
          <p:cNvPicPr>
            <a:picLocks noChangeAspect="1"/>
          </p:cNvPicPr>
          <p:nvPr/>
        </p:nvPicPr>
        <p:blipFill>
          <a:blip r:embed="rId2"/>
          <a:stretch>
            <a:fillRect/>
          </a:stretch>
        </p:blipFill>
        <p:spPr>
          <a:xfrm>
            <a:off x="527724" y="792635"/>
            <a:ext cx="2197483" cy="2197483"/>
          </a:xfrm>
          <a:prstGeom prst="rect">
            <a:avLst/>
          </a:prstGeom>
        </p:spPr>
      </p:pic>
      <p:pic>
        <p:nvPicPr>
          <p:cNvPr id="9" name="Picture 8" descr="A picture containing orange&#10;&#10;Description automatically generated">
            <a:extLst>
              <a:ext uri="{FF2B5EF4-FFF2-40B4-BE49-F238E27FC236}">
                <a16:creationId xmlns:a16="http://schemas.microsoft.com/office/drawing/2014/main" id="{59186B86-914D-D945-85FE-31FE4D73B787}"/>
              </a:ext>
            </a:extLst>
          </p:cNvPr>
          <p:cNvPicPr>
            <a:picLocks noChangeAspect="1"/>
          </p:cNvPicPr>
          <p:nvPr/>
        </p:nvPicPr>
        <p:blipFill>
          <a:blip r:embed="rId3"/>
          <a:stretch>
            <a:fillRect/>
          </a:stretch>
        </p:blipFill>
        <p:spPr>
          <a:xfrm>
            <a:off x="3049265" y="1100140"/>
            <a:ext cx="2624232" cy="2624232"/>
          </a:xfrm>
          <a:prstGeom prst="rect">
            <a:avLst/>
          </a:prstGeom>
        </p:spPr>
      </p:pic>
      <p:pic>
        <p:nvPicPr>
          <p:cNvPr id="7" name="Picture 6" descr="A close-up of a brain&#10;&#10;Description automatically generated with low confidence">
            <a:extLst>
              <a:ext uri="{FF2B5EF4-FFF2-40B4-BE49-F238E27FC236}">
                <a16:creationId xmlns:a16="http://schemas.microsoft.com/office/drawing/2014/main" id="{E3110C70-C0E0-CE47-9A25-8C293F3DEC39}"/>
              </a:ext>
            </a:extLst>
          </p:cNvPr>
          <p:cNvPicPr>
            <a:picLocks noChangeAspect="1"/>
          </p:cNvPicPr>
          <p:nvPr/>
        </p:nvPicPr>
        <p:blipFill>
          <a:blip r:embed="rId4"/>
          <a:stretch>
            <a:fillRect/>
          </a:stretch>
        </p:blipFill>
        <p:spPr>
          <a:xfrm>
            <a:off x="6553141" y="974700"/>
            <a:ext cx="1952386" cy="1952386"/>
          </a:xfrm>
          <a:prstGeom prst="rect">
            <a:avLst/>
          </a:prstGeom>
        </p:spPr>
      </p:pic>
      <p:pic>
        <p:nvPicPr>
          <p:cNvPr id="5" name="Content Placeholder 4" descr="A piece of meat&#10;&#10;Description automatically generated with low confidence">
            <a:extLst>
              <a:ext uri="{FF2B5EF4-FFF2-40B4-BE49-F238E27FC236}">
                <a16:creationId xmlns:a16="http://schemas.microsoft.com/office/drawing/2014/main" id="{ABAD24F1-AD1D-F443-B931-B269B6B8F109}"/>
              </a:ext>
            </a:extLst>
          </p:cNvPr>
          <p:cNvPicPr>
            <a:picLocks noChangeAspect="1"/>
          </p:cNvPicPr>
          <p:nvPr/>
        </p:nvPicPr>
        <p:blipFill>
          <a:blip r:embed="rId5"/>
          <a:stretch>
            <a:fillRect/>
          </a:stretch>
        </p:blipFill>
        <p:spPr>
          <a:xfrm>
            <a:off x="503967" y="2804042"/>
            <a:ext cx="1740617" cy="1740617"/>
          </a:xfrm>
          <a:prstGeom prst="rect">
            <a:avLst/>
          </a:prstGeom>
        </p:spPr>
      </p:pic>
      <p:pic>
        <p:nvPicPr>
          <p:cNvPr id="11" name="Picture 10" descr="A bag of food&#10;&#10;Description automatically generated with medium confidence">
            <a:extLst>
              <a:ext uri="{FF2B5EF4-FFF2-40B4-BE49-F238E27FC236}">
                <a16:creationId xmlns:a16="http://schemas.microsoft.com/office/drawing/2014/main" id="{2C52EB32-3B54-A343-B2D1-D477A48DF756}"/>
              </a:ext>
            </a:extLst>
          </p:cNvPr>
          <p:cNvPicPr>
            <a:picLocks noChangeAspect="1"/>
          </p:cNvPicPr>
          <p:nvPr/>
        </p:nvPicPr>
        <p:blipFill>
          <a:blip r:embed="rId6"/>
          <a:stretch>
            <a:fillRect/>
          </a:stretch>
        </p:blipFill>
        <p:spPr>
          <a:xfrm>
            <a:off x="410980" y="4698696"/>
            <a:ext cx="2045003" cy="2045003"/>
          </a:xfrm>
          <a:prstGeom prst="rect">
            <a:avLst/>
          </a:prstGeom>
        </p:spPr>
      </p:pic>
      <p:sp>
        <p:nvSpPr>
          <p:cNvPr id="2" name="Title 1">
            <a:extLst>
              <a:ext uri="{FF2B5EF4-FFF2-40B4-BE49-F238E27FC236}">
                <a16:creationId xmlns:a16="http://schemas.microsoft.com/office/drawing/2014/main" id="{97E56945-947F-AE46-827E-B57614875DD3}"/>
              </a:ext>
            </a:extLst>
          </p:cNvPr>
          <p:cNvSpPr>
            <a:spLocks noGrp="1"/>
          </p:cNvSpPr>
          <p:nvPr>
            <p:ph type="title"/>
          </p:nvPr>
        </p:nvSpPr>
        <p:spPr>
          <a:xfrm>
            <a:off x="6211614" y="3044640"/>
            <a:ext cx="2428419" cy="1732023"/>
          </a:xfrm>
        </p:spPr>
        <p:txBody>
          <a:bodyPr vert="horz" lIns="68580" tIns="34290" rIns="68580" bIns="34290" rtlCol="0" anchor="b">
            <a:normAutofit/>
          </a:bodyPr>
          <a:lstStyle/>
          <a:p>
            <a:r>
              <a:rPr lang="en-US" sz="3600" b="1" dirty="0">
                <a:solidFill>
                  <a:srgbClr val="FFFFFF"/>
                </a:solidFill>
                <a:latin typeface="Times New Roman" panose="02020603050405020304" pitchFamily="18" charset="0"/>
                <a:cs typeface="Times New Roman" panose="02020603050405020304" pitchFamily="18" charset="0"/>
              </a:rPr>
              <a:t>MEAT &amp; CHICKEN</a:t>
            </a:r>
          </a:p>
        </p:txBody>
      </p:sp>
      <p:pic>
        <p:nvPicPr>
          <p:cNvPr id="15" name="Picture 14" descr="A picture containing food, beverage&#10;&#10;Description automatically generated">
            <a:extLst>
              <a:ext uri="{FF2B5EF4-FFF2-40B4-BE49-F238E27FC236}">
                <a16:creationId xmlns:a16="http://schemas.microsoft.com/office/drawing/2014/main" id="{D5D9F8F7-EE7C-F64E-8476-6096B58FF0F5}"/>
              </a:ext>
            </a:extLst>
          </p:cNvPr>
          <p:cNvPicPr>
            <a:picLocks noChangeAspect="1"/>
          </p:cNvPicPr>
          <p:nvPr/>
        </p:nvPicPr>
        <p:blipFill>
          <a:blip r:embed="rId7"/>
          <a:stretch>
            <a:fillRect/>
          </a:stretch>
        </p:blipFill>
        <p:spPr>
          <a:xfrm rot="5150570">
            <a:off x="6296798" y="2394830"/>
            <a:ext cx="2384556" cy="2384556"/>
          </a:xfrm>
          <a:prstGeom prst="rect">
            <a:avLst/>
          </a:prstGeom>
        </p:spPr>
      </p:pic>
      <p:sp>
        <p:nvSpPr>
          <p:cNvPr id="17" name="TextBox 16">
            <a:extLst>
              <a:ext uri="{FF2B5EF4-FFF2-40B4-BE49-F238E27FC236}">
                <a16:creationId xmlns:a16="http://schemas.microsoft.com/office/drawing/2014/main" id="{FA135D0C-1BFB-844F-91AC-10C20F47C038}"/>
              </a:ext>
            </a:extLst>
          </p:cNvPr>
          <p:cNvSpPr txBox="1"/>
          <p:nvPr/>
        </p:nvSpPr>
        <p:spPr>
          <a:xfrm>
            <a:off x="80923" y="914887"/>
            <a:ext cx="2843042"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BEEF-Liver (</a:t>
            </a:r>
            <a:r>
              <a:rPr lang="en-US" sz="1350" dirty="0" err="1">
                <a:latin typeface="Times New Roman" panose="02020603050405020304" pitchFamily="18" charset="0"/>
                <a:cs typeface="Times New Roman" panose="02020603050405020304" pitchFamily="18" charset="0"/>
              </a:rPr>
              <a:t>kaleji</a:t>
            </a:r>
            <a:r>
              <a:rPr lang="en-US" sz="1350" dirty="0">
                <a:latin typeface="Times New Roman" panose="02020603050405020304" pitchFamily="18" charset="0"/>
                <a:cs typeface="Times New Roman" panose="02020603050405020304" pitchFamily="18" charset="0"/>
              </a:rPr>
              <a:t>) (700 grams)</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4900</a:t>
            </a:r>
            <a:endParaRPr lang="en-KR" sz="1350"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0675E2DA-60AF-5D46-B9F7-DA77C8C0D127}"/>
              </a:ext>
            </a:extLst>
          </p:cNvPr>
          <p:cNvSpPr/>
          <p:nvPr/>
        </p:nvSpPr>
        <p:spPr>
          <a:xfrm>
            <a:off x="6553141" y="2686849"/>
            <a:ext cx="2509935" cy="715581"/>
          </a:xfrm>
          <a:prstGeom prst="rect">
            <a:avLst/>
          </a:prstGeom>
        </p:spPr>
        <p:txBody>
          <a:bodyPr wrap="square">
            <a:spAutoFit/>
          </a:bodyPr>
          <a:lstStyle/>
          <a:p>
            <a:r>
              <a:rPr lang="en-US" sz="1350" dirty="0">
                <a:latin typeface="Times New Roman" panose="02020603050405020304" pitchFamily="18" charset="0"/>
                <a:cs typeface="Times New Roman" panose="02020603050405020304" pitchFamily="18" charset="0"/>
              </a:rPr>
              <a:t>BEEF-</a:t>
            </a:r>
            <a:r>
              <a:rPr lang="en-US" sz="1350" dirty="0" err="1">
                <a:latin typeface="Times New Roman" panose="02020603050405020304" pitchFamily="18" charset="0"/>
                <a:cs typeface="Times New Roman" panose="02020603050405020304" pitchFamily="18" charset="0"/>
              </a:rPr>
              <a:t>Qeema</a:t>
            </a:r>
            <a:r>
              <a:rPr lang="en-US" sz="1350" dirty="0">
                <a:latin typeface="Times New Roman" panose="02020603050405020304" pitchFamily="18" charset="0"/>
                <a:cs typeface="Times New Roman" panose="02020603050405020304" pitchFamily="18" charset="0"/>
              </a:rPr>
              <a:t> (800 grams)		</a:t>
            </a:r>
            <a:r>
              <a:rPr lang="en-KR" sz="1350" dirty="0"/>
              <a:t>₩ </a:t>
            </a:r>
            <a:r>
              <a:rPr lang="en-US" sz="1350" dirty="0">
                <a:latin typeface="Times New Roman" panose="02020603050405020304" pitchFamily="18" charset="0"/>
                <a:cs typeface="Times New Roman" panose="02020603050405020304" pitchFamily="18" charset="0"/>
              </a:rPr>
              <a:t>10500</a:t>
            </a:r>
            <a:endParaRPr lang="en-KR" sz="135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6D89628A-D1F3-654E-BB19-75642EFBD9B0}"/>
              </a:ext>
            </a:extLst>
          </p:cNvPr>
          <p:cNvSpPr/>
          <p:nvPr/>
        </p:nvSpPr>
        <p:spPr>
          <a:xfrm>
            <a:off x="5874" y="2640518"/>
            <a:ext cx="2925568" cy="507831"/>
          </a:xfrm>
          <a:prstGeom prst="rect">
            <a:avLst/>
          </a:prstGeom>
        </p:spPr>
        <p:txBody>
          <a:bodyPr wrap="square">
            <a:spAutoFit/>
          </a:bodyPr>
          <a:lstStyle/>
          <a:p>
            <a:pPr algn="ctr"/>
            <a:r>
              <a:rPr lang="en-US" sz="1350" dirty="0">
                <a:latin typeface="Times New Roman" panose="02020603050405020304" pitchFamily="18" charset="0"/>
                <a:cs typeface="Times New Roman" panose="02020603050405020304" pitchFamily="18" charset="0"/>
              </a:rPr>
              <a:t>BEEF-Boneless (</a:t>
            </a:r>
            <a:r>
              <a:rPr lang="en-KR" sz="1350" dirty="0">
                <a:latin typeface="Times New Roman" panose="02020603050405020304" pitchFamily="18" charset="0"/>
                <a:cs typeface="Times New Roman" panose="02020603050405020304" pitchFamily="18" charset="0"/>
              </a:rPr>
              <a:t>₩</a:t>
            </a:r>
            <a:r>
              <a:rPr lang="en-US" sz="1350" dirty="0">
                <a:latin typeface="Times New Roman" panose="02020603050405020304" pitchFamily="18" charset="0"/>
                <a:cs typeface="Times New Roman" panose="02020603050405020304" pitchFamily="18" charset="0"/>
              </a:rPr>
              <a:t>139/10 grams)</a:t>
            </a:r>
            <a:br>
              <a:rPr lang="en-US" sz="1350" dirty="0">
                <a:latin typeface="Times New Roman" panose="02020603050405020304" pitchFamily="18" charset="0"/>
                <a:cs typeface="Times New Roman" panose="02020603050405020304" pitchFamily="18" charset="0"/>
              </a:rPr>
            </a:br>
            <a:r>
              <a:rPr lang="en-US" sz="1350" dirty="0">
                <a:latin typeface="Times New Roman" panose="02020603050405020304" pitchFamily="18" charset="0"/>
                <a:cs typeface="Times New Roman" panose="02020603050405020304" pitchFamily="18" charset="0"/>
              </a:rPr>
              <a:t> </a:t>
            </a: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13,900/kg</a:t>
            </a:r>
            <a:endParaRPr lang="en-KR" sz="1350" dirty="0">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F503C299-06ED-F14A-B135-BBFBC8F54D7F}"/>
              </a:ext>
            </a:extLst>
          </p:cNvPr>
          <p:cNvSpPr/>
          <p:nvPr/>
        </p:nvSpPr>
        <p:spPr>
          <a:xfrm>
            <a:off x="45826" y="4354848"/>
            <a:ext cx="2885620" cy="507831"/>
          </a:xfrm>
          <a:prstGeom prst="rect">
            <a:avLst/>
          </a:prstGeom>
        </p:spPr>
        <p:txBody>
          <a:bodyPr wrap="square">
            <a:spAutoFit/>
          </a:bodyPr>
          <a:lstStyle/>
          <a:p>
            <a:pPr algn="ctr"/>
            <a:r>
              <a:rPr lang="en-US" sz="1350" dirty="0">
                <a:latin typeface="Times New Roman" panose="02020603050405020304" pitchFamily="18" charset="0"/>
                <a:cs typeface="Times New Roman" panose="02020603050405020304" pitchFamily="18" charset="0"/>
              </a:rPr>
              <a:t>CHICKEN-(Drumsticks) - 2kg</a:t>
            </a:r>
            <a:br>
              <a:rPr lang="en-US" sz="1350" dirty="0">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9900</a:t>
            </a:r>
            <a:endParaRPr lang="en-KR" sz="1350" dirty="0">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42B332A2-4188-AB4D-867D-CF8BA7E3149E}"/>
              </a:ext>
            </a:extLst>
          </p:cNvPr>
          <p:cNvSpPr/>
          <p:nvPr/>
        </p:nvSpPr>
        <p:spPr>
          <a:xfrm>
            <a:off x="6089107" y="712715"/>
            <a:ext cx="2973969" cy="507831"/>
          </a:xfrm>
          <a:prstGeom prst="rect">
            <a:avLst/>
          </a:prstGeom>
        </p:spPr>
        <p:txBody>
          <a:bodyPr wrap="square">
            <a:spAutoFit/>
          </a:bodyPr>
          <a:lstStyle/>
          <a:p>
            <a:pPr algn="ctr"/>
            <a:r>
              <a:rPr lang="en-US" sz="1350" dirty="0">
                <a:latin typeface="Times New Roman" panose="02020603050405020304" pitchFamily="18" charset="0"/>
                <a:cs typeface="Times New Roman" panose="02020603050405020304" pitchFamily="18" charset="0"/>
              </a:rPr>
              <a:t>LAMB-Boneless (</a:t>
            </a: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149/10 grams)</a:t>
            </a:r>
            <a:br>
              <a:rPr lang="en-US" sz="1350" dirty="0">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 ₩ </a:t>
            </a:r>
            <a:r>
              <a:rPr lang="en-US" sz="1350" dirty="0">
                <a:latin typeface="Times New Roman" panose="02020603050405020304" pitchFamily="18" charset="0"/>
                <a:cs typeface="Times New Roman" panose="02020603050405020304" pitchFamily="18" charset="0"/>
              </a:rPr>
              <a:t>15,900/kg</a:t>
            </a:r>
            <a:endParaRPr lang="en-KR" sz="1350" dirty="0">
              <a:latin typeface="Times New Roman" panose="02020603050405020304" pitchFamily="18" charset="0"/>
              <a:cs typeface="Times New Roman" panose="02020603050405020304" pitchFamily="18" charset="0"/>
            </a:endParaRPr>
          </a:p>
        </p:txBody>
      </p:sp>
      <p:sp>
        <p:nvSpPr>
          <p:cNvPr id="57" name="Rectangle 56">
            <a:extLst>
              <a:ext uri="{FF2B5EF4-FFF2-40B4-BE49-F238E27FC236}">
                <a16:creationId xmlns:a16="http://schemas.microsoft.com/office/drawing/2014/main" id="{8FB614F6-D164-DD4A-A03C-477B7FD68A21}"/>
              </a:ext>
            </a:extLst>
          </p:cNvPr>
          <p:cNvSpPr/>
          <p:nvPr/>
        </p:nvSpPr>
        <p:spPr>
          <a:xfrm>
            <a:off x="3165029" y="888434"/>
            <a:ext cx="2617252" cy="507831"/>
          </a:xfrm>
          <a:prstGeom prst="rect">
            <a:avLst/>
          </a:prstGeom>
        </p:spPr>
        <p:txBody>
          <a:bodyPr wrap="square">
            <a:spAutoFit/>
          </a:bodyPr>
          <a:lstStyle/>
          <a:p>
            <a:pPr algn="ctr"/>
            <a:r>
              <a:rPr lang="en-US" sz="1350" dirty="0">
                <a:latin typeface="Times New Roman" panose="02020603050405020304" pitchFamily="18" charset="0"/>
                <a:cs typeface="Times New Roman" panose="02020603050405020304" pitchFamily="18" charset="0"/>
              </a:rPr>
              <a:t>CHICKEN-(Leg Boneless)-(2kg)</a:t>
            </a:r>
            <a:br>
              <a:rPr lang="en-US" sz="1350" dirty="0">
                <a:latin typeface="Times New Roman" panose="02020603050405020304" pitchFamily="18" charset="0"/>
                <a:cs typeface="Times New Roman" panose="02020603050405020304" pitchFamily="18" charset="0"/>
              </a:rPr>
            </a:b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10000</a:t>
            </a:r>
            <a:endParaRPr lang="en-KR" sz="1350" dirty="0">
              <a:latin typeface="Times New Roman" panose="02020603050405020304" pitchFamily="18" charset="0"/>
              <a:cs typeface="Times New Roman" panose="02020603050405020304" pitchFamily="18" charset="0"/>
            </a:endParaRPr>
          </a:p>
        </p:txBody>
      </p:sp>
      <p:sp>
        <p:nvSpPr>
          <p:cNvPr id="3" name="AutoShape 2" descr="Halal Chicken Breast (Brazil, Seara, 2.0Kg - 4,750won/1kg)">
            <a:extLst>
              <a:ext uri="{FF2B5EF4-FFF2-40B4-BE49-F238E27FC236}">
                <a16:creationId xmlns:a16="http://schemas.microsoft.com/office/drawing/2014/main" id="{D635F660-D825-42AF-8F2B-D968B596EBB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a:extLst>
              <a:ext uri="{FF2B5EF4-FFF2-40B4-BE49-F238E27FC236}">
                <a16:creationId xmlns:a16="http://schemas.microsoft.com/office/drawing/2014/main" id="{8B636F76-E8B8-4625-8B66-6409BDFC6B8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210" t="15106" r="26012" b="23783"/>
          <a:stretch/>
        </p:blipFill>
        <p:spPr bwMode="auto">
          <a:xfrm>
            <a:off x="3836243" y="4605534"/>
            <a:ext cx="1657163" cy="191882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ole Chicken (Seara) – Al Bazaar">
            <a:extLst>
              <a:ext uri="{FF2B5EF4-FFF2-40B4-BE49-F238E27FC236}">
                <a16:creationId xmlns:a16="http://schemas.microsoft.com/office/drawing/2014/main" id="{022140AF-A67D-48D6-BC29-F426BFC9B2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05594" y="4783068"/>
            <a:ext cx="2107324" cy="210732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4000AF1-8BB0-4263-B697-A7A2B5F50713}"/>
              </a:ext>
            </a:extLst>
          </p:cNvPr>
          <p:cNvSpPr txBox="1"/>
          <p:nvPr/>
        </p:nvSpPr>
        <p:spPr>
          <a:xfrm>
            <a:off x="3120462" y="3682204"/>
            <a:ext cx="3207876" cy="646331"/>
          </a:xfrm>
          <a:prstGeom prst="rect">
            <a:avLst/>
          </a:prstGeom>
          <a:noFill/>
        </p:spPr>
        <p:txBody>
          <a:bodyPr wrap="square">
            <a:spAutoFit/>
          </a:bodyPr>
          <a:lstStyle/>
          <a:p>
            <a:pPr algn="ctr"/>
            <a:r>
              <a:rPr lang="en-US" sz="1800" dirty="0">
                <a:latin typeface="Times New Roman" panose="02020603050405020304" pitchFamily="18" charset="0"/>
                <a:cs typeface="Times New Roman" panose="02020603050405020304" pitchFamily="18" charset="0"/>
              </a:rPr>
              <a:t>CHICKEN-(Breast Boneless) (2kg) </a:t>
            </a:r>
            <a:r>
              <a:rPr lang="en-KR"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10000</a:t>
            </a:r>
            <a:endParaRPr lang="en-KR" sz="18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65FD66F-12F4-4F28-A72D-6164732E3F1A}"/>
              </a:ext>
            </a:extLst>
          </p:cNvPr>
          <p:cNvSpPr txBox="1"/>
          <p:nvPr/>
        </p:nvSpPr>
        <p:spPr>
          <a:xfrm>
            <a:off x="6099944" y="4130190"/>
            <a:ext cx="3207876" cy="646331"/>
          </a:xfrm>
          <a:prstGeom prst="rect">
            <a:avLst/>
          </a:prstGeom>
          <a:noFill/>
        </p:spPr>
        <p:txBody>
          <a:bodyPr wrap="square">
            <a:spAutoFit/>
          </a:bodyPr>
          <a:lstStyle/>
          <a:p>
            <a:pPr algn="ctr"/>
            <a:r>
              <a:rPr lang="en-US" sz="1800" dirty="0">
                <a:latin typeface="Times New Roman" panose="02020603050405020304" pitchFamily="18" charset="0"/>
                <a:cs typeface="Times New Roman" panose="02020603050405020304" pitchFamily="18" charset="0"/>
              </a:rPr>
              <a:t>CHICKEN-(Whole) (1100 g) 5400 </a:t>
            </a:r>
            <a:r>
              <a:rPr lang="en-KR" sz="1800" dirty="0">
                <a:latin typeface="Times New Roman" panose="02020603050405020304" pitchFamily="18" charset="0"/>
                <a:cs typeface="Times New Roman" panose="02020603050405020304" pitchFamily="18" charset="0"/>
              </a:rPr>
              <a:t>₩</a:t>
            </a:r>
          </a:p>
        </p:txBody>
      </p:sp>
      <p:sp>
        <p:nvSpPr>
          <p:cNvPr id="27" name="TextBox 26">
            <a:extLst>
              <a:ext uri="{FF2B5EF4-FFF2-40B4-BE49-F238E27FC236}">
                <a16:creationId xmlns:a16="http://schemas.microsoft.com/office/drawing/2014/main" id="{8CBD6B51-409A-41E3-A1C6-E1ABEB0F56F1}"/>
              </a:ext>
            </a:extLst>
          </p:cNvPr>
          <p:cNvSpPr txBox="1"/>
          <p:nvPr/>
        </p:nvSpPr>
        <p:spPr>
          <a:xfrm>
            <a:off x="3174296" y="51007"/>
            <a:ext cx="3100208" cy="646331"/>
          </a:xfrm>
          <a:prstGeom prst="rect">
            <a:avLst/>
          </a:prstGeom>
          <a:noFill/>
        </p:spPr>
        <p:txBody>
          <a:bodyPr wrap="none" rtlCol="0">
            <a:spAutoFit/>
          </a:bodyPr>
          <a:lstStyle/>
          <a:p>
            <a:r>
              <a:rPr lang="en-US" sz="3600" b="1" dirty="0"/>
              <a:t>Meat Products </a:t>
            </a:r>
          </a:p>
        </p:txBody>
      </p:sp>
    </p:spTree>
    <p:extLst>
      <p:ext uri="{BB962C8B-B14F-4D97-AF65-F5344CB8AC3E}">
        <p14:creationId xmlns:p14="http://schemas.microsoft.com/office/powerpoint/2010/main" val="1672657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picture containing red, container, drink, plastic&#10;&#10;Description automatically generated">
            <a:extLst>
              <a:ext uri="{FF2B5EF4-FFF2-40B4-BE49-F238E27FC236}">
                <a16:creationId xmlns:a16="http://schemas.microsoft.com/office/drawing/2014/main" id="{FF2B5733-6E0B-473B-B197-FABBBB2D00A7}"/>
              </a:ext>
            </a:extLst>
          </p:cNvPr>
          <p:cNvPicPr>
            <a:picLocks noChangeAspect="1"/>
          </p:cNvPicPr>
          <p:nvPr/>
        </p:nvPicPr>
        <p:blipFill rotWithShape="1">
          <a:blip r:embed="rId2"/>
          <a:srcRect t="16726" b="4048"/>
          <a:stretch/>
        </p:blipFill>
        <p:spPr>
          <a:xfrm>
            <a:off x="109923" y="4421953"/>
            <a:ext cx="3099733" cy="2455786"/>
          </a:xfrm>
          <a:prstGeom prst="rect">
            <a:avLst/>
          </a:prstGeom>
        </p:spPr>
      </p:pic>
      <p:pic>
        <p:nvPicPr>
          <p:cNvPr id="5" name="Picture 4" descr="A bag of chips&#10;&#10;Description automatically generated with medium confidence">
            <a:extLst>
              <a:ext uri="{FF2B5EF4-FFF2-40B4-BE49-F238E27FC236}">
                <a16:creationId xmlns:a16="http://schemas.microsoft.com/office/drawing/2014/main" id="{C502C445-264A-4B17-8C8A-6EC9756D22DB}"/>
              </a:ext>
            </a:extLst>
          </p:cNvPr>
          <p:cNvPicPr>
            <a:picLocks noChangeAspect="1"/>
          </p:cNvPicPr>
          <p:nvPr/>
        </p:nvPicPr>
        <p:blipFill rotWithShape="1">
          <a:blip r:embed="rId3"/>
          <a:srcRect l="25530" t="9578" r="26368" b="12016"/>
          <a:stretch/>
        </p:blipFill>
        <p:spPr>
          <a:xfrm>
            <a:off x="883466" y="1329126"/>
            <a:ext cx="1664553" cy="2713231"/>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C946F1EF-4944-402B-802A-785FFDD21B01}"/>
              </a:ext>
            </a:extLst>
          </p:cNvPr>
          <p:cNvPicPr>
            <a:picLocks noChangeAspect="1"/>
          </p:cNvPicPr>
          <p:nvPr/>
        </p:nvPicPr>
        <p:blipFill rotWithShape="1">
          <a:blip r:embed="rId4"/>
          <a:srcRect t="15621" b="7218"/>
          <a:stretch/>
        </p:blipFill>
        <p:spPr>
          <a:xfrm>
            <a:off x="3012877" y="1350761"/>
            <a:ext cx="3118245" cy="2406074"/>
          </a:xfrm>
          <a:prstGeom prst="rect">
            <a:avLst/>
          </a:prstGeom>
        </p:spPr>
      </p:pic>
      <p:pic>
        <p:nvPicPr>
          <p:cNvPr id="7" name="Picture 6" descr="A picture containing calendar&#10;&#10;Description automatically generated">
            <a:extLst>
              <a:ext uri="{FF2B5EF4-FFF2-40B4-BE49-F238E27FC236}">
                <a16:creationId xmlns:a16="http://schemas.microsoft.com/office/drawing/2014/main" id="{41DAAFA2-08A8-4E51-9CEB-0E305E8B8BD8}"/>
              </a:ext>
            </a:extLst>
          </p:cNvPr>
          <p:cNvPicPr>
            <a:picLocks noChangeAspect="1"/>
          </p:cNvPicPr>
          <p:nvPr/>
        </p:nvPicPr>
        <p:blipFill rotWithShape="1">
          <a:blip r:embed="rId5"/>
          <a:srcRect t="16017" r="4" b="4656"/>
          <a:stretch/>
        </p:blipFill>
        <p:spPr>
          <a:xfrm>
            <a:off x="2700419" y="3701863"/>
            <a:ext cx="4224148" cy="3351012"/>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4D3CC51A-4133-4D6E-9398-E08C5AD013E7}"/>
              </a:ext>
            </a:extLst>
          </p:cNvPr>
          <p:cNvPicPr>
            <a:picLocks noChangeAspect="1"/>
          </p:cNvPicPr>
          <p:nvPr/>
        </p:nvPicPr>
        <p:blipFill rotWithShape="1">
          <a:blip r:embed="rId6"/>
          <a:srcRect l="10143" t="27291" r="12140" b="23931"/>
          <a:stretch/>
        </p:blipFill>
        <p:spPr>
          <a:xfrm rot="5400000">
            <a:off x="6423846" y="4722104"/>
            <a:ext cx="2689397" cy="1687955"/>
          </a:xfrm>
          <a:prstGeom prst="rect">
            <a:avLst/>
          </a:prstGeom>
        </p:spPr>
      </p:pic>
      <p:sp>
        <p:nvSpPr>
          <p:cNvPr id="9" name="Rectangle 8">
            <a:extLst>
              <a:ext uri="{FF2B5EF4-FFF2-40B4-BE49-F238E27FC236}">
                <a16:creationId xmlns:a16="http://schemas.microsoft.com/office/drawing/2014/main" id="{297078A5-E48D-4E99-84A1-C26D22A0FEDB}"/>
              </a:ext>
            </a:extLst>
          </p:cNvPr>
          <p:cNvSpPr/>
          <p:nvPr/>
        </p:nvSpPr>
        <p:spPr>
          <a:xfrm>
            <a:off x="3330340" y="714709"/>
            <a:ext cx="2119122" cy="507831"/>
          </a:xfrm>
          <a:prstGeom prst="rect">
            <a:avLst/>
          </a:prstGeom>
          <a:solidFill>
            <a:schemeClr val="bg1"/>
          </a:solidFill>
        </p:spPr>
        <p:txBody>
          <a:bodyPr wrap="square">
            <a:spAutoFit/>
          </a:bodyPr>
          <a:lstStyle/>
          <a:p>
            <a:pPr algn="ctr"/>
            <a:r>
              <a:rPr lang="en-KR" sz="1350" dirty="0"/>
              <a:t>KHEER MIX (Laziza)</a:t>
            </a:r>
            <a:br>
              <a:rPr lang="en-KR" sz="1350" dirty="0"/>
            </a:br>
            <a:r>
              <a:rPr lang="en-KR" sz="1350" dirty="0">
                <a:latin typeface="Times New Roman" panose="02020603050405020304" pitchFamily="18" charset="0"/>
                <a:cs typeface="Times New Roman" panose="02020603050405020304" pitchFamily="18" charset="0"/>
              </a:rPr>
              <a:t>₩ </a:t>
            </a:r>
            <a:r>
              <a:rPr lang="en-KR" sz="1350" dirty="0"/>
              <a:t>4000</a:t>
            </a:r>
          </a:p>
        </p:txBody>
      </p:sp>
      <p:sp>
        <p:nvSpPr>
          <p:cNvPr id="10" name="Rectangle 9">
            <a:extLst>
              <a:ext uri="{FF2B5EF4-FFF2-40B4-BE49-F238E27FC236}">
                <a16:creationId xmlns:a16="http://schemas.microsoft.com/office/drawing/2014/main" id="{9974AEEB-82B0-4E23-BCF6-AA50221D87DC}"/>
              </a:ext>
            </a:extLst>
          </p:cNvPr>
          <p:cNvSpPr/>
          <p:nvPr/>
        </p:nvSpPr>
        <p:spPr>
          <a:xfrm>
            <a:off x="417585" y="714709"/>
            <a:ext cx="2119122" cy="507831"/>
          </a:xfrm>
          <a:prstGeom prst="rect">
            <a:avLst/>
          </a:prstGeom>
          <a:solidFill>
            <a:schemeClr val="bg1"/>
          </a:solidFill>
        </p:spPr>
        <p:txBody>
          <a:bodyPr wrap="square">
            <a:spAutoFit/>
          </a:bodyPr>
          <a:lstStyle/>
          <a:p>
            <a:pPr algn="ctr"/>
            <a:r>
              <a:rPr lang="en-US" sz="1350" dirty="0" err="1"/>
              <a:t>Vermicillies</a:t>
            </a:r>
            <a:r>
              <a:rPr lang="en-US" sz="1350" dirty="0"/>
              <a:t> (Mehran)</a:t>
            </a:r>
            <a:br>
              <a:rPr lang="en-KR" sz="1350" dirty="0"/>
            </a:br>
            <a:r>
              <a:rPr lang="en-KR" sz="1350" dirty="0">
                <a:latin typeface="Times New Roman" panose="02020603050405020304" pitchFamily="18" charset="0"/>
                <a:cs typeface="Times New Roman" panose="02020603050405020304" pitchFamily="18" charset="0"/>
              </a:rPr>
              <a:t>₩ </a:t>
            </a:r>
            <a:r>
              <a:rPr lang="en-KR" sz="1350" dirty="0"/>
              <a:t>1500</a:t>
            </a:r>
          </a:p>
        </p:txBody>
      </p:sp>
      <p:sp>
        <p:nvSpPr>
          <p:cNvPr id="11" name="Rectangle 10">
            <a:extLst>
              <a:ext uri="{FF2B5EF4-FFF2-40B4-BE49-F238E27FC236}">
                <a16:creationId xmlns:a16="http://schemas.microsoft.com/office/drawing/2014/main" id="{2EA92358-D54B-4DFF-BB65-769ABC520A4B}"/>
              </a:ext>
            </a:extLst>
          </p:cNvPr>
          <p:cNvSpPr/>
          <p:nvPr/>
        </p:nvSpPr>
        <p:spPr>
          <a:xfrm>
            <a:off x="5904950" y="862736"/>
            <a:ext cx="3457713" cy="300082"/>
          </a:xfrm>
          <a:prstGeom prst="rect">
            <a:avLst/>
          </a:prstGeom>
          <a:solidFill>
            <a:schemeClr val="bg1"/>
          </a:solidFill>
        </p:spPr>
        <p:txBody>
          <a:bodyPr wrap="square">
            <a:spAutoFit/>
          </a:bodyPr>
          <a:lstStyle/>
          <a:p>
            <a:pPr algn="ctr"/>
            <a:r>
              <a:rPr lang="en-US" sz="1350" dirty="0"/>
              <a:t>PHENI--- </a:t>
            </a:r>
            <a:r>
              <a:rPr lang="en-KR" sz="1350" dirty="0">
                <a:latin typeface="Times New Roman" panose="02020603050405020304" pitchFamily="18" charset="0"/>
                <a:cs typeface="Times New Roman" panose="02020603050405020304" pitchFamily="18" charset="0"/>
              </a:rPr>
              <a:t>₩ </a:t>
            </a:r>
            <a:r>
              <a:rPr lang="en-KR" sz="1350" dirty="0"/>
              <a:t>3</a:t>
            </a:r>
            <a:r>
              <a:rPr lang="en-US" sz="1350" dirty="0"/>
              <a:t>5</a:t>
            </a:r>
            <a:r>
              <a:rPr lang="en-KR" sz="1350" dirty="0"/>
              <a:t>00</a:t>
            </a:r>
          </a:p>
        </p:txBody>
      </p:sp>
      <p:sp>
        <p:nvSpPr>
          <p:cNvPr id="12" name="Rectangle 11">
            <a:extLst>
              <a:ext uri="{FF2B5EF4-FFF2-40B4-BE49-F238E27FC236}">
                <a16:creationId xmlns:a16="http://schemas.microsoft.com/office/drawing/2014/main" id="{C3A01EF3-16A5-440A-91DC-EC8B828CD02E}"/>
              </a:ext>
            </a:extLst>
          </p:cNvPr>
          <p:cNvSpPr/>
          <p:nvPr/>
        </p:nvSpPr>
        <p:spPr>
          <a:xfrm>
            <a:off x="3720035" y="3811806"/>
            <a:ext cx="2184915" cy="507831"/>
          </a:xfrm>
          <a:prstGeom prst="rect">
            <a:avLst/>
          </a:prstGeom>
          <a:solidFill>
            <a:schemeClr val="bg1"/>
          </a:solidFill>
        </p:spPr>
        <p:txBody>
          <a:bodyPr wrap="square">
            <a:spAutoFit/>
          </a:bodyPr>
          <a:lstStyle/>
          <a:p>
            <a:pPr algn="ctr"/>
            <a:r>
              <a:rPr lang="en-US" sz="1350" dirty="0"/>
              <a:t>CUSTARD POWDER VANILLA &amp; </a:t>
            </a:r>
            <a:r>
              <a:rPr lang="en-US" sz="1350" dirty="0" err="1"/>
              <a:t>Banan</a:t>
            </a:r>
            <a:r>
              <a:rPr lang="en-US" sz="1350" dirty="0"/>
              <a:t>  </a:t>
            </a:r>
            <a:r>
              <a:rPr lang="en-KR" sz="1350" dirty="0">
                <a:latin typeface="Times New Roman" panose="02020603050405020304" pitchFamily="18" charset="0"/>
                <a:cs typeface="Times New Roman" panose="02020603050405020304" pitchFamily="18" charset="0"/>
              </a:rPr>
              <a:t>₩ 2</a:t>
            </a:r>
            <a:r>
              <a:rPr lang="en-KR" sz="1350" dirty="0"/>
              <a:t>500</a:t>
            </a:r>
          </a:p>
        </p:txBody>
      </p:sp>
      <p:sp>
        <p:nvSpPr>
          <p:cNvPr id="13" name="Rectangle 12">
            <a:extLst>
              <a:ext uri="{FF2B5EF4-FFF2-40B4-BE49-F238E27FC236}">
                <a16:creationId xmlns:a16="http://schemas.microsoft.com/office/drawing/2014/main" id="{7E00719C-769B-4CC7-84D0-D796C7DEB66F}"/>
              </a:ext>
            </a:extLst>
          </p:cNvPr>
          <p:cNvSpPr/>
          <p:nvPr/>
        </p:nvSpPr>
        <p:spPr>
          <a:xfrm>
            <a:off x="417586" y="4065808"/>
            <a:ext cx="2119121" cy="507831"/>
          </a:xfrm>
          <a:prstGeom prst="rect">
            <a:avLst/>
          </a:prstGeom>
          <a:solidFill>
            <a:schemeClr val="bg1"/>
          </a:solidFill>
        </p:spPr>
        <p:txBody>
          <a:bodyPr wrap="square">
            <a:spAutoFit/>
          </a:bodyPr>
          <a:lstStyle/>
          <a:p>
            <a:pPr algn="ctr"/>
            <a:r>
              <a:rPr lang="en-US" sz="1350" dirty="0"/>
              <a:t>BAQAR KHANI</a:t>
            </a:r>
          </a:p>
          <a:p>
            <a:pPr algn="ctr"/>
            <a:r>
              <a:rPr lang="en-KR" sz="1350" dirty="0">
                <a:latin typeface="Times New Roman" panose="02020603050405020304" pitchFamily="18" charset="0"/>
                <a:cs typeface="Times New Roman" panose="02020603050405020304" pitchFamily="18" charset="0"/>
              </a:rPr>
              <a:t>₩ </a:t>
            </a:r>
            <a:r>
              <a:rPr lang="en-KR" sz="1350" dirty="0"/>
              <a:t>3200</a:t>
            </a:r>
          </a:p>
        </p:txBody>
      </p:sp>
      <p:pic>
        <p:nvPicPr>
          <p:cNvPr id="4098" name="Picture 2" descr="United King Pheni Fried Vermicelli 200g | Woolworths">
            <a:extLst>
              <a:ext uri="{FF2B5EF4-FFF2-40B4-BE49-F238E27FC236}">
                <a16:creationId xmlns:a16="http://schemas.microsoft.com/office/drawing/2014/main" id="{FCB54C70-EA52-4AD4-96D2-18DBD86136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00907" y="1249736"/>
            <a:ext cx="2577035" cy="257703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3453B8EC-2828-4E44-85CA-E24689DE2D9E}"/>
              </a:ext>
            </a:extLst>
          </p:cNvPr>
          <p:cNvSpPr/>
          <p:nvPr/>
        </p:nvSpPr>
        <p:spPr>
          <a:xfrm>
            <a:off x="6057350" y="3984694"/>
            <a:ext cx="3457713" cy="300082"/>
          </a:xfrm>
          <a:prstGeom prst="rect">
            <a:avLst/>
          </a:prstGeom>
          <a:solidFill>
            <a:schemeClr val="bg1"/>
          </a:solidFill>
        </p:spPr>
        <p:txBody>
          <a:bodyPr wrap="square">
            <a:spAutoFit/>
          </a:bodyPr>
          <a:lstStyle/>
          <a:p>
            <a:pPr algn="ctr"/>
            <a:r>
              <a:rPr lang="en-US" sz="1350" dirty="0"/>
              <a:t>CAKE RUSK --- </a:t>
            </a:r>
            <a:r>
              <a:rPr lang="en-KR" sz="1350" dirty="0">
                <a:latin typeface="Times New Roman" panose="02020603050405020304" pitchFamily="18" charset="0"/>
                <a:cs typeface="Times New Roman" panose="02020603050405020304" pitchFamily="18" charset="0"/>
              </a:rPr>
              <a:t>₩ </a:t>
            </a:r>
            <a:r>
              <a:rPr lang="en-KR" sz="1350" dirty="0"/>
              <a:t>3900</a:t>
            </a:r>
          </a:p>
        </p:txBody>
      </p:sp>
      <p:sp>
        <p:nvSpPr>
          <p:cNvPr id="16" name="TextBox 15">
            <a:extLst>
              <a:ext uri="{FF2B5EF4-FFF2-40B4-BE49-F238E27FC236}">
                <a16:creationId xmlns:a16="http://schemas.microsoft.com/office/drawing/2014/main" id="{53FD8813-E0F3-4066-B1B1-E5CF9BADCA09}"/>
              </a:ext>
            </a:extLst>
          </p:cNvPr>
          <p:cNvSpPr txBox="1"/>
          <p:nvPr/>
        </p:nvSpPr>
        <p:spPr>
          <a:xfrm>
            <a:off x="3237911" y="-1558"/>
            <a:ext cx="3369384" cy="646331"/>
          </a:xfrm>
          <a:prstGeom prst="rect">
            <a:avLst/>
          </a:prstGeom>
          <a:noFill/>
        </p:spPr>
        <p:txBody>
          <a:bodyPr wrap="none" rtlCol="0">
            <a:spAutoFit/>
          </a:bodyPr>
          <a:lstStyle/>
          <a:p>
            <a:r>
              <a:rPr lang="en-US" sz="3600" b="1" dirty="0"/>
              <a:t>Sweets &amp; Snacks</a:t>
            </a:r>
          </a:p>
        </p:txBody>
      </p:sp>
    </p:spTree>
    <p:extLst>
      <p:ext uri="{BB962C8B-B14F-4D97-AF65-F5344CB8AC3E}">
        <p14:creationId xmlns:p14="http://schemas.microsoft.com/office/powerpoint/2010/main" val="192163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picture containing text, snack food&#10;&#10;Description automatically generated">
            <a:extLst>
              <a:ext uri="{FF2B5EF4-FFF2-40B4-BE49-F238E27FC236}">
                <a16:creationId xmlns:a16="http://schemas.microsoft.com/office/drawing/2014/main" id="{4B0632C6-9061-F34A-9FB3-171EF0794EFC}"/>
              </a:ext>
            </a:extLst>
          </p:cNvPr>
          <p:cNvPicPr>
            <a:picLocks noChangeAspect="1"/>
          </p:cNvPicPr>
          <p:nvPr/>
        </p:nvPicPr>
        <p:blipFill rotWithShape="1">
          <a:blip r:embed="rId2"/>
          <a:srcRect t="4463" b="46759"/>
          <a:stretch/>
        </p:blipFill>
        <p:spPr>
          <a:xfrm>
            <a:off x="3540886" y="4668852"/>
            <a:ext cx="2744072" cy="1606172"/>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AA0CA98B-9053-484E-915A-087BE7917203}"/>
              </a:ext>
            </a:extLst>
          </p:cNvPr>
          <p:cNvPicPr>
            <a:picLocks noChangeAspect="1"/>
          </p:cNvPicPr>
          <p:nvPr/>
        </p:nvPicPr>
        <p:blipFill rotWithShape="1">
          <a:blip r:embed="rId3"/>
          <a:srcRect b="2125"/>
          <a:stretch/>
        </p:blipFill>
        <p:spPr>
          <a:xfrm>
            <a:off x="3546020" y="1595422"/>
            <a:ext cx="2756281" cy="2697710"/>
          </a:xfrm>
          <a:prstGeom prst="rect">
            <a:avLst/>
          </a:prstGeom>
        </p:spPr>
      </p:pic>
      <p:pic>
        <p:nvPicPr>
          <p:cNvPr id="4" name="Picture 3">
            <a:extLst>
              <a:ext uri="{FF2B5EF4-FFF2-40B4-BE49-F238E27FC236}">
                <a16:creationId xmlns:a16="http://schemas.microsoft.com/office/drawing/2014/main" id="{FB314FB9-BDB9-CA49-AB61-C39F17887CD7}"/>
              </a:ext>
            </a:extLst>
          </p:cNvPr>
          <p:cNvPicPr>
            <a:picLocks noChangeAspect="1"/>
          </p:cNvPicPr>
          <p:nvPr/>
        </p:nvPicPr>
        <p:blipFill>
          <a:blip r:embed="rId4"/>
          <a:stretch>
            <a:fillRect/>
          </a:stretch>
        </p:blipFill>
        <p:spPr>
          <a:xfrm>
            <a:off x="1196704" y="84156"/>
            <a:ext cx="2277697" cy="2277697"/>
          </a:xfrm>
          <a:prstGeom prst="rect">
            <a:avLst/>
          </a:prstGeom>
        </p:spPr>
      </p:pic>
      <p:sp>
        <p:nvSpPr>
          <p:cNvPr id="2" name="Title 1">
            <a:extLst>
              <a:ext uri="{FF2B5EF4-FFF2-40B4-BE49-F238E27FC236}">
                <a16:creationId xmlns:a16="http://schemas.microsoft.com/office/drawing/2014/main" id="{FE3D771B-3CCC-8A4F-87E6-EB110DF8A249}"/>
              </a:ext>
            </a:extLst>
          </p:cNvPr>
          <p:cNvSpPr>
            <a:spLocks noGrp="1"/>
          </p:cNvSpPr>
          <p:nvPr>
            <p:ph type="title"/>
          </p:nvPr>
        </p:nvSpPr>
        <p:spPr>
          <a:xfrm>
            <a:off x="6649889" y="2756436"/>
            <a:ext cx="2130293" cy="1732023"/>
          </a:xfrm>
        </p:spPr>
        <p:txBody>
          <a:bodyPr vert="horz" lIns="68580" tIns="34290" rIns="68580" bIns="34290" rtlCol="0" anchor="b">
            <a:noAutofit/>
          </a:bodyPr>
          <a:lstStyle/>
          <a:p>
            <a:pPr algn="ctr"/>
            <a:r>
              <a:rPr lang="en-US" sz="1800" b="1" dirty="0" err="1"/>
              <a:t>Daal</a:t>
            </a:r>
            <a:r>
              <a:rPr lang="en-US" sz="1800" b="1" dirty="0"/>
              <a:t> Channa</a:t>
            </a:r>
            <a:br>
              <a:rPr lang="en-US" sz="1400" dirty="0">
                <a:latin typeface="Times New Roman" panose="02020603050405020304" pitchFamily="18" charset="0"/>
                <a:cs typeface="Times New Roman" panose="02020603050405020304" pitchFamily="18" charset="0"/>
              </a:rPr>
            </a:br>
            <a:r>
              <a:rPr lang="en-KR"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3200</a:t>
            </a:r>
            <a:br>
              <a:rPr lang="en-KR" sz="1400" dirty="0">
                <a:latin typeface="Times New Roman" panose="02020603050405020304" pitchFamily="18" charset="0"/>
                <a:cs typeface="Times New Roman" panose="02020603050405020304" pitchFamily="18" charset="0"/>
              </a:rPr>
            </a:br>
            <a:endParaRPr lang="en-US" sz="1400" dirty="0">
              <a:solidFill>
                <a:srgbClr val="FFFFFF"/>
              </a:solidFill>
            </a:endParaRPr>
          </a:p>
        </p:txBody>
      </p:sp>
      <p:pic>
        <p:nvPicPr>
          <p:cNvPr id="5" name="Content Placeholder 4" descr="A picture containing text&#10;&#10;Description automatically generated">
            <a:extLst>
              <a:ext uri="{FF2B5EF4-FFF2-40B4-BE49-F238E27FC236}">
                <a16:creationId xmlns:a16="http://schemas.microsoft.com/office/drawing/2014/main" id="{4C686727-5EBB-C14F-9CAD-266A79F8D845}"/>
              </a:ext>
            </a:extLst>
          </p:cNvPr>
          <p:cNvPicPr>
            <a:picLocks noGrp="1" noChangeAspect="1"/>
          </p:cNvPicPr>
          <p:nvPr>
            <p:ph idx="1"/>
          </p:nvPr>
        </p:nvPicPr>
        <p:blipFill rotWithShape="1">
          <a:blip r:embed="rId5"/>
          <a:srcRect t="7002" b="15836"/>
          <a:stretch/>
        </p:blipFill>
        <p:spPr>
          <a:xfrm>
            <a:off x="887887" y="2536862"/>
            <a:ext cx="2813784" cy="2171172"/>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30986071-ADCE-854E-B722-8A5D5DEF9C30}"/>
              </a:ext>
            </a:extLst>
          </p:cNvPr>
          <p:cNvPicPr>
            <a:picLocks noChangeAspect="1"/>
          </p:cNvPicPr>
          <p:nvPr/>
        </p:nvPicPr>
        <p:blipFill rotWithShape="1">
          <a:blip r:embed="rId6"/>
          <a:srcRect b="20774"/>
          <a:stretch/>
        </p:blipFill>
        <p:spPr>
          <a:xfrm>
            <a:off x="1187532" y="5157433"/>
            <a:ext cx="1971467" cy="1561914"/>
          </a:xfrm>
          <a:prstGeom prst="rect">
            <a:avLst/>
          </a:prstGeom>
        </p:spPr>
      </p:pic>
      <p:pic>
        <p:nvPicPr>
          <p:cNvPr id="13" name="Picture 12" descr="A bag of chips&#10;&#10;Description automatically generated with low confidence">
            <a:extLst>
              <a:ext uri="{FF2B5EF4-FFF2-40B4-BE49-F238E27FC236}">
                <a16:creationId xmlns:a16="http://schemas.microsoft.com/office/drawing/2014/main" id="{814761D2-3B12-CB41-AB94-5A1A5C1BFCC1}"/>
              </a:ext>
            </a:extLst>
          </p:cNvPr>
          <p:cNvPicPr>
            <a:picLocks noChangeAspect="1"/>
          </p:cNvPicPr>
          <p:nvPr/>
        </p:nvPicPr>
        <p:blipFill rotWithShape="1">
          <a:blip r:embed="rId7"/>
          <a:srcRect l="22096" t="7987" r="21256" b="12686"/>
          <a:stretch/>
        </p:blipFill>
        <p:spPr>
          <a:xfrm>
            <a:off x="6929624" y="1283865"/>
            <a:ext cx="1686921" cy="2362271"/>
          </a:xfrm>
          <a:prstGeom prst="rect">
            <a:avLst/>
          </a:prstGeom>
        </p:spPr>
      </p:pic>
      <p:sp>
        <p:nvSpPr>
          <p:cNvPr id="16" name="TextBox 15">
            <a:extLst>
              <a:ext uri="{FF2B5EF4-FFF2-40B4-BE49-F238E27FC236}">
                <a16:creationId xmlns:a16="http://schemas.microsoft.com/office/drawing/2014/main" id="{46C63E53-33DB-D14B-B8FA-535B89E847FB}"/>
              </a:ext>
            </a:extLst>
          </p:cNvPr>
          <p:cNvSpPr txBox="1"/>
          <p:nvPr/>
        </p:nvSpPr>
        <p:spPr>
          <a:xfrm>
            <a:off x="149302" y="620313"/>
            <a:ext cx="1521914" cy="71558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RED BEANS (LOBIA)</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3500</a:t>
            </a:r>
            <a:endParaRPr lang="en-KR" sz="135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7A95185-115C-BD41-8004-E80A25E3D201}"/>
              </a:ext>
            </a:extLst>
          </p:cNvPr>
          <p:cNvSpPr txBox="1"/>
          <p:nvPr/>
        </p:nvSpPr>
        <p:spPr>
          <a:xfrm>
            <a:off x="-104753" y="5507451"/>
            <a:ext cx="1521914"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White </a:t>
            </a:r>
            <a:r>
              <a:rPr lang="en-US" sz="1350" dirty="0" err="1">
                <a:latin typeface="Times New Roman" panose="02020603050405020304" pitchFamily="18" charset="0"/>
                <a:cs typeface="Times New Roman" panose="02020603050405020304" pitchFamily="18" charset="0"/>
              </a:rPr>
              <a:t>Channa</a:t>
            </a:r>
            <a:endParaRPr lang="en-US" sz="1350" dirty="0">
              <a:latin typeface="Times New Roman" panose="02020603050405020304" pitchFamily="18" charset="0"/>
              <a:cs typeface="Times New Roman" panose="02020603050405020304" pitchFamily="18" charset="0"/>
            </a:endParaRP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4000</a:t>
            </a:r>
            <a:endParaRPr lang="en-KR" sz="135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761A0851-6A4E-BD42-9D63-B22379793C39}"/>
              </a:ext>
            </a:extLst>
          </p:cNvPr>
          <p:cNvSpPr txBox="1"/>
          <p:nvPr/>
        </p:nvSpPr>
        <p:spPr>
          <a:xfrm>
            <a:off x="7012128" y="858581"/>
            <a:ext cx="1521914"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Black </a:t>
            </a:r>
            <a:r>
              <a:rPr lang="en-US" sz="1350" dirty="0" err="1">
                <a:latin typeface="Times New Roman" panose="02020603050405020304" pitchFamily="18" charset="0"/>
                <a:cs typeface="Times New Roman" panose="02020603050405020304" pitchFamily="18" charset="0"/>
              </a:rPr>
              <a:t>Channa</a:t>
            </a:r>
            <a:endParaRPr lang="en-US" sz="1350" dirty="0">
              <a:latin typeface="Times New Roman" panose="02020603050405020304" pitchFamily="18" charset="0"/>
              <a:cs typeface="Times New Roman" panose="02020603050405020304" pitchFamily="18" charset="0"/>
            </a:endParaRP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3200</a:t>
            </a:r>
            <a:endParaRPr lang="en-KR" sz="135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C98BDB8-243A-594E-A567-796B976A4B76}"/>
              </a:ext>
            </a:extLst>
          </p:cNvPr>
          <p:cNvSpPr txBox="1"/>
          <p:nvPr/>
        </p:nvSpPr>
        <p:spPr>
          <a:xfrm>
            <a:off x="3992873" y="1341506"/>
            <a:ext cx="1521914"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Mix Masoor</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3000</a:t>
            </a:r>
            <a:endParaRPr lang="en-KR" sz="135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2C9D233-E94D-824E-964B-AD0BC5E1B47E}"/>
              </a:ext>
            </a:extLst>
          </p:cNvPr>
          <p:cNvSpPr txBox="1"/>
          <p:nvPr/>
        </p:nvSpPr>
        <p:spPr>
          <a:xfrm>
            <a:off x="3994976" y="3967865"/>
            <a:ext cx="1521914"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Simple Masoor</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4900</a:t>
            </a:r>
            <a:endParaRPr lang="en-KR" sz="135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562FAFB-7E7F-214F-936D-8BED7E600B27}"/>
              </a:ext>
            </a:extLst>
          </p:cNvPr>
          <p:cNvSpPr txBox="1"/>
          <p:nvPr/>
        </p:nvSpPr>
        <p:spPr>
          <a:xfrm>
            <a:off x="-97939" y="3114617"/>
            <a:ext cx="1521914"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Whole Masoor</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3500</a:t>
            </a:r>
            <a:endParaRPr lang="en-KR" sz="135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6B9236B3-D6DA-43FE-8297-61709AB2D4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9625" y="4293132"/>
            <a:ext cx="1872253" cy="250031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D7628A11-3147-41D2-9276-F412C3154108}"/>
              </a:ext>
            </a:extLst>
          </p:cNvPr>
          <p:cNvSpPr txBox="1"/>
          <p:nvPr/>
        </p:nvSpPr>
        <p:spPr>
          <a:xfrm>
            <a:off x="4429980" y="159695"/>
            <a:ext cx="3185487" cy="646331"/>
          </a:xfrm>
          <a:prstGeom prst="rect">
            <a:avLst/>
          </a:prstGeom>
          <a:noFill/>
        </p:spPr>
        <p:txBody>
          <a:bodyPr wrap="none" rtlCol="0">
            <a:spAutoFit/>
          </a:bodyPr>
          <a:lstStyle/>
          <a:p>
            <a:r>
              <a:rPr lang="en-US" sz="3600" b="1" dirty="0"/>
              <a:t>Lentils &amp; Grains</a:t>
            </a:r>
          </a:p>
        </p:txBody>
      </p:sp>
    </p:spTree>
    <p:extLst>
      <p:ext uri="{BB962C8B-B14F-4D97-AF65-F5344CB8AC3E}">
        <p14:creationId xmlns:p14="http://schemas.microsoft.com/office/powerpoint/2010/main" val="293160736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picture containing orange, plastic, fruit drink&#10;&#10;Description automatically generated">
            <a:extLst>
              <a:ext uri="{FF2B5EF4-FFF2-40B4-BE49-F238E27FC236}">
                <a16:creationId xmlns:a16="http://schemas.microsoft.com/office/drawing/2014/main" id="{BC0C165A-B242-3849-9EF8-7824F9D8BFA0}"/>
              </a:ext>
            </a:extLst>
          </p:cNvPr>
          <p:cNvPicPr>
            <a:picLocks noChangeAspect="1"/>
          </p:cNvPicPr>
          <p:nvPr/>
        </p:nvPicPr>
        <p:blipFill rotWithShape="1">
          <a:blip r:embed="rId2"/>
          <a:srcRect t="6634" r="-4" b="5680"/>
          <a:stretch/>
        </p:blipFill>
        <p:spPr>
          <a:xfrm>
            <a:off x="410058" y="268915"/>
            <a:ext cx="2227828" cy="1953425"/>
          </a:xfrm>
          <a:prstGeom prst="rect">
            <a:avLst/>
          </a:prstGeom>
        </p:spPr>
      </p:pic>
      <p:pic>
        <p:nvPicPr>
          <p:cNvPr id="15" name="Picture 14" descr="Text&#10;&#10;Description automatically generated">
            <a:extLst>
              <a:ext uri="{FF2B5EF4-FFF2-40B4-BE49-F238E27FC236}">
                <a16:creationId xmlns:a16="http://schemas.microsoft.com/office/drawing/2014/main" id="{86067101-45CE-0047-8ECF-2B0C4639E077}"/>
              </a:ext>
            </a:extLst>
          </p:cNvPr>
          <p:cNvPicPr>
            <a:picLocks noChangeAspect="1"/>
          </p:cNvPicPr>
          <p:nvPr/>
        </p:nvPicPr>
        <p:blipFill rotWithShape="1">
          <a:blip r:embed="rId3"/>
          <a:srcRect l="17490" t="10205" r="18830" b="7229"/>
          <a:stretch/>
        </p:blipFill>
        <p:spPr>
          <a:xfrm>
            <a:off x="4751911" y="3814327"/>
            <a:ext cx="1853767" cy="2403538"/>
          </a:xfrm>
          <a:prstGeom prst="rect">
            <a:avLst/>
          </a:prstGeom>
        </p:spPr>
      </p:pic>
      <p:pic>
        <p:nvPicPr>
          <p:cNvPr id="5" name="Content Placeholder 4" descr="A picture containing text, red&#10;&#10;Description automatically generated">
            <a:extLst>
              <a:ext uri="{FF2B5EF4-FFF2-40B4-BE49-F238E27FC236}">
                <a16:creationId xmlns:a16="http://schemas.microsoft.com/office/drawing/2014/main" id="{22809244-5CD7-8046-81AC-F58568BEE086}"/>
              </a:ext>
            </a:extLst>
          </p:cNvPr>
          <p:cNvPicPr>
            <a:picLocks noChangeAspect="1"/>
          </p:cNvPicPr>
          <p:nvPr/>
        </p:nvPicPr>
        <p:blipFill rotWithShape="1">
          <a:blip r:embed="rId4"/>
          <a:srcRect t="13938" r="-3" b="11137"/>
          <a:stretch/>
        </p:blipFill>
        <p:spPr>
          <a:xfrm>
            <a:off x="3346656" y="1245628"/>
            <a:ext cx="2450687" cy="1455126"/>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93B0F50F-92FD-F942-97CB-BE8AB5049AEF}"/>
              </a:ext>
            </a:extLst>
          </p:cNvPr>
          <p:cNvPicPr>
            <a:picLocks noChangeAspect="1"/>
          </p:cNvPicPr>
          <p:nvPr/>
        </p:nvPicPr>
        <p:blipFill rotWithShape="1">
          <a:blip r:embed="rId5"/>
          <a:srcRect l="21790" t="15022" r="21328" b="9160"/>
          <a:stretch/>
        </p:blipFill>
        <p:spPr>
          <a:xfrm>
            <a:off x="2644455" y="3884017"/>
            <a:ext cx="1853767" cy="2470903"/>
          </a:xfrm>
          <a:prstGeom prst="rect">
            <a:avLst/>
          </a:prstGeom>
        </p:spPr>
      </p:pic>
      <p:pic>
        <p:nvPicPr>
          <p:cNvPr id="11" name="Picture 10" descr="A bag of chips&#10;&#10;Description automatically generated with medium confidence">
            <a:extLst>
              <a:ext uri="{FF2B5EF4-FFF2-40B4-BE49-F238E27FC236}">
                <a16:creationId xmlns:a16="http://schemas.microsoft.com/office/drawing/2014/main" id="{0B1E4C25-902B-AF46-B1E8-57C0E91C1A0B}"/>
              </a:ext>
            </a:extLst>
          </p:cNvPr>
          <p:cNvPicPr>
            <a:picLocks noChangeAspect="1"/>
          </p:cNvPicPr>
          <p:nvPr/>
        </p:nvPicPr>
        <p:blipFill rotWithShape="1">
          <a:blip r:embed="rId6"/>
          <a:srcRect t="9497" r="-4" b="6076"/>
          <a:stretch/>
        </p:blipFill>
        <p:spPr>
          <a:xfrm>
            <a:off x="546134" y="2319735"/>
            <a:ext cx="2164298" cy="1827173"/>
          </a:xfrm>
          <a:prstGeom prst="rect">
            <a:avLst/>
          </a:prstGeom>
        </p:spPr>
      </p:pic>
      <p:sp>
        <p:nvSpPr>
          <p:cNvPr id="2" name="Title 1">
            <a:extLst>
              <a:ext uri="{FF2B5EF4-FFF2-40B4-BE49-F238E27FC236}">
                <a16:creationId xmlns:a16="http://schemas.microsoft.com/office/drawing/2014/main" id="{16E83CBA-A67A-9146-9215-EEC43F89D76D}"/>
              </a:ext>
            </a:extLst>
          </p:cNvPr>
          <p:cNvSpPr>
            <a:spLocks noGrp="1"/>
          </p:cNvSpPr>
          <p:nvPr>
            <p:ph type="title"/>
          </p:nvPr>
        </p:nvSpPr>
        <p:spPr>
          <a:xfrm>
            <a:off x="6445987" y="2955976"/>
            <a:ext cx="2764688" cy="2308738"/>
          </a:xfrm>
        </p:spPr>
        <p:txBody>
          <a:bodyPr vert="horz" lIns="68580" tIns="34290" rIns="68580" bIns="34290" rtlCol="0" anchor="b">
            <a:normAutofit/>
          </a:bodyPr>
          <a:lstStyle/>
          <a:p>
            <a:r>
              <a:rPr lang="en-US" sz="3600" dirty="0">
                <a:solidFill>
                  <a:srgbClr val="FFFFFF"/>
                </a:solidFill>
              </a:rPr>
              <a:t>BASIC FOOD</a:t>
            </a:r>
          </a:p>
        </p:txBody>
      </p:sp>
      <p:pic>
        <p:nvPicPr>
          <p:cNvPr id="7" name="Picture 6" descr="A box of food&#10;&#10;Description automatically generated with low confidence">
            <a:extLst>
              <a:ext uri="{FF2B5EF4-FFF2-40B4-BE49-F238E27FC236}">
                <a16:creationId xmlns:a16="http://schemas.microsoft.com/office/drawing/2014/main" id="{BCB63E71-0F0B-A341-A83C-8EE204602148}"/>
              </a:ext>
            </a:extLst>
          </p:cNvPr>
          <p:cNvPicPr>
            <a:picLocks noChangeAspect="1"/>
          </p:cNvPicPr>
          <p:nvPr/>
        </p:nvPicPr>
        <p:blipFill rotWithShape="1">
          <a:blip r:embed="rId7"/>
          <a:srcRect t="26019" r="-6" b="13473"/>
          <a:stretch/>
        </p:blipFill>
        <p:spPr>
          <a:xfrm>
            <a:off x="6472296" y="1270354"/>
            <a:ext cx="2532644" cy="1532361"/>
          </a:xfrm>
          <a:prstGeom prst="rect">
            <a:avLst/>
          </a:prstGeom>
        </p:spPr>
      </p:pic>
      <p:sp>
        <p:nvSpPr>
          <p:cNvPr id="16" name="TextBox 15">
            <a:extLst>
              <a:ext uri="{FF2B5EF4-FFF2-40B4-BE49-F238E27FC236}">
                <a16:creationId xmlns:a16="http://schemas.microsoft.com/office/drawing/2014/main" id="{A515BBA4-F1A7-9A41-916A-43529780AE2D}"/>
              </a:ext>
            </a:extLst>
          </p:cNvPr>
          <p:cNvSpPr txBox="1"/>
          <p:nvPr/>
        </p:nvSpPr>
        <p:spPr>
          <a:xfrm>
            <a:off x="0" y="892100"/>
            <a:ext cx="1203707" cy="71558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TEA - LIPTON</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8500</a:t>
            </a:r>
            <a:endParaRPr lang="en-KR" sz="135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A172CBE0-62D0-694F-8883-1835AEE2C0A4}"/>
              </a:ext>
            </a:extLst>
          </p:cNvPr>
          <p:cNvSpPr txBox="1"/>
          <p:nvPr/>
        </p:nvSpPr>
        <p:spPr>
          <a:xfrm>
            <a:off x="3780314" y="3038470"/>
            <a:ext cx="2114016"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DATES-(DHALAS)</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5500</a:t>
            </a:r>
            <a:endParaRPr lang="en-KR" sz="135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94ADE975-A46F-E44C-B299-F48476CDBDCA}"/>
              </a:ext>
            </a:extLst>
          </p:cNvPr>
          <p:cNvSpPr txBox="1"/>
          <p:nvPr/>
        </p:nvSpPr>
        <p:spPr>
          <a:xfrm>
            <a:off x="7068" y="2905553"/>
            <a:ext cx="1203707" cy="71558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BESAN-(</a:t>
            </a:r>
            <a:r>
              <a:rPr lang="en-US" sz="1350" dirty="0" err="1">
                <a:latin typeface="Times New Roman" panose="02020603050405020304" pitchFamily="18" charset="0"/>
                <a:cs typeface="Times New Roman" panose="02020603050405020304" pitchFamily="18" charset="0"/>
              </a:rPr>
              <a:t>Ferdaus</a:t>
            </a:r>
            <a:r>
              <a:rPr lang="en-US" sz="1350" dirty="0">
                <a:latin typeface="Times New Roman" panose="02020603050405020304" pitchFamily="18" charset="0"/>
                <a:cs typeface="Times New Roman" panose="02020603050405020304" pitchFamily="18" charset="0"/>
              </a:rPr>
              <a:t>) </a:t>
            </a: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4000</a:t>
            </a:r>
            <a:endParaRPr lang="en-KR" sz="135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F340B1ED-851C-6B4C-A72E-57EB1F46B9C3}"/>
              </a:ext>
            </a:extLst>
          </p:cNvPr>
          <p:cNvSpPr txBox="1"/>
          <p:nvPr/>
        </p:nvSpPr>
        <p:spPr>
          <a:xfrm>
            <a:off x="2771787" y="6337762"/>
            <a:ext cx="1726435"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ATTA - Classic</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7500</a:t>
            </a:r>
            <a:endParaRPr lang="en-KR" sz="135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040EF78-AADE-6142-B0B6-6D012494B0FA}"/>
              </a:ext>
            </a:extLst>
          </p:cNvPr>
          <p:cNvSpPr txBox="1"/>
          <p:nvPr/>
        </p:nvSpPr>
        <p:spPr>
          <a:xfrm>
            <a:off x="4837322" y="6291553"/>
            <a:ext cx="1868176"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ATTA - RAJDHANI</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7500</a:t>
            </a:r>
            <a:endParaRPr lang="en-KR" sz="135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8CCB422B-A821-7848-A56C-E93F1C4DF9BA}"/>
              </a:ext>
            </a:extLst>
          </p:cNvPr>
          <p:cNvSpPr txBox="1"/>
          <p:nvPr/>
        </p:nvSpPr>
        <p:spPr>
          <a:xfrm>
            <a:off x="6655301" y="3036826"/>
            <a:ext cx="2114016"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DATES-(LULU)</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6500</a:t>
            </a:r>
            <a:endParaRPr lang="en-KR" sz="1350" dirty="0">
              <a:latin typeface="Times New Roman" panose="02020603050405020304" pitchFamily="18" charset="0"/>
              <a:cs typeface="Times New Roman" panose="02020603050405020304" pitchFamily="18" charset="0"/>
            </a:endParaRPr>
          </a:p>
        </p:txBody>
      </p:sp>
      <p:pic>
        <p:nvPicPr>
          <p:cNvPr id="4" name="Picture 3" descr="A close-up of a carton of milk&#10;&#10;Description automatically generated with medium confidence">
            <a:extLst>
              <a:ext uri="{FF2B5EF4-FFF2-40B4-BE49-F238E27FC236}">
                <a16:creationId xmlns:a16="http://schemas.microsoft.com/office/drawing/2014/main" id="{3AA0898C-7E18-584F-9414-F8EA56CE8E43}"/>
              </a:ext>
            </a:extLst>
          </p:cNvPr>
          <p:cNvPicPr>
            <a:picLocks noChangeAspect="1"/>
          </p:cNvPicPr>
          <p:nvPr/>
        </p:nvPicPr>
        <p:blipFill rotWithShape="1">
          <a:blip r:embed="rId8"/>
          <a:srcRect l="26372" t="10692" r="27668" b="13187"/>
          <a:stretch/>
        </p:blipFill>
        <p:spPr>
          <a:xfrm>
            <a:off x="353109" y="4609649"/>
            <a:ext cx="1050897" cy="1740520"/>
          </a:xfrm>
          <a:prstGeom prst="rect">
            <a:avLst/>
          </a:prstGeom>
        </p:spPr>
      </p:pic>
      <p:sp>
        <p:nvSpPr>
          <p:cNvPr id="30" name="TextBox 29">
            <a:extLst>
              <a:ext uri="{FF2B5EF4-FFF2-40B4-BE49-F238E27FC236}">
                <a16:creationId xmlns:a16="http://schemas.microsoft.com/office/drawing/2014/main" id="{26EF1D3B-A3E1-A94E-A851-EF7D58DA3C9A}"/>
              </a:ext>
            </a:extLst>
          </p:cNvPr>
          <p:cNvSpPr txBox="1"/>
          <p:nvPr/>
        </p:nvSpPr>
        <p:spPr>
          <a:xfrm>
            <a:off x="-53022" y="6350169"/>
            <a:ext cx="1790638"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Classic Table Salt</a:t>
            </a:r>
          </a:p>
          <a:p>
            <a:pPr algn="ctr"/>
            <a:r>
              <a:rPr lang="en-KR" sz="1350" dirty="0">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1700</a:t>
            </a:r>
            <a:endParaRPr lang="en-KR" sz="135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E567287-77F6-45A7-999F-8006352D6D14}"/>
              </a:ext>
            </a:extLst>
          </p:cNvPr>
          <p:cNvPicPr>
            <a:picLocks noChangeAspect="1"/>
          </p:cNvPicPr>
          <p:nvPr/>
        </p:nvPicPr>
        <p:blipFill rotWithShape="1">
          <a:blip r:embed="rId9"/>
          <a:srcRect l="9227" r="15078"/>
          <a:stretch/>
        </p:blipFill>
        <p:spPr>
          <a:xfrm>
            <a:off x="6890924" y="3621134"/>
            <a:ext cx="2114016" cy="2792826"/>
          </a:xfrm>
          <a:prstGeom prst="rect">
            <a:avLst/>
          </a:prstGeom>
        </p:spPr>
      </p:pic>
      <p:sp>
        <p:nvSpPr>
          <p:cNvPr id="31" name="TextBox 30">
            <a:extLst>
              <a:ext uri="{FF2B5EF4-FFF2-40B4-BE49-F238E27FC236}">
                <a16:creationId xmlns:a16="http://schemas.microsoft.com/office/drawing/2014/main" id="{058BB560-6F90-4615-B32B-B3756848844D}"/>
              </a:ext>
            </a:extLst>
          </p:cNvPr>
          <p:cNvSpPr txBox="1"/>
          <p:nvPr/>
        </p:nvSpPr>
        <p:spPr>
          <a:xfrm>
            <a:off x="7117612" y="6337762"/>
            <a:ext cx="1868176" cy="507831"/>
          </a:xfrm>
          <a:prstGeom prst="rect">
            <a:avLst/>
          </a:prstGeom>
          <a:noFill/>
        </p:spPr>
        <p:txBody>
          <a:bodyPr wrap="square" rtlCol="0">
            <a:spAutoFit/>
          </a:bodyPr>
          <a:lstStyle/>
          <a:p>
            <a:pPr algn="ctr"/>
            <a:r>
              <a:rPr lang="en-US" sz="1350" dirty="0">
                <a:latin typeface="Times New Roman" panose="02020603050405020304" pitchFamily="18" charset="0"/>
                <a:cs typeface="Times New Roman" panose="02020603050405020304" pitchFamily="18" charset="0"/>
              </a:rPr>
              <a:t>Basmati Rice 1 Kg </a:t>
            </a:r>
          </a:p>
          <a:p>
            <a:pPr algn="ctr"/>
            <a:r>
              <a:rPr lang="en-US" sz="1350" dirty="0">
                <a:latin typeface="Times New Roman" panose="02020603050405020304" pitchFamily="18" charset="0"/>
                <a:cs typeface="Times New Roman" panose="02020603050405020304" pitchFamily="18" charset="0"/>
              </a:rPr>
              <a:t>5,500 </a:t>
            </a:r>
            <a:endParaRPr lang="en-KR" sz="135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945AE0B-4702-46E5-BF4A-30AC119B4794}"/>
              </a:ext>
            </a:extLst>
          </p:cNvPr>
          <p:cNvSpPr txBox="1"/>
          <p:nvPr/>
        </p:nvSpPr>
        <p:spPr>
          <a:xfrm>
            <a:off x="2472691" y="158565"/>
            <a:ext cx="6412205" cy="646331"/>
          </a:xfrm>
          <a:prstGeom prst="rect">
            <a:avLst/>
          </a:prstGeom>
          <a:noFill/>
        </p:spPr>
        <p:txBody>
          <a:bodyPr wrap="none" rtlCol="0">
            <a:spAutoFit/>
          </a:bodyPr>
          <a:lstStyle/>
          <a:p>
            <a:r>
              <a:rPr lang="en-US" sz="3600" b="1" dirty="0"/>
              <a:t>Flour , Rice , Black Tea and Dates</a:t>
            </a:r>
          </a:p>
        </p:txBody>
      </p:sp>
    </p:spTree>
    <p:extLst>
      <p:ext uri="{BB962C8B-B14F-4D97-AF65-F5344CB8AC3E}">
        <p14:creationId xmlns:p14="http://schemas.microsoft.com/office/powerpoint/2010/main" val="177804116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2B6AD8-85D0-4670-BD09-DDB9CFB4FCDA}"/>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algn="ctr"/>
            <a:br>
              <a:rPr lang="en-US" sz="2500" kern="1200">
                <a:solidFill>
                  <a:schemeClr val="tx1"/>
                </a:solidFill>
                <a:latin typeface="+mj-lt"/>
                <a:ea typeface="+mj-ea"/>
                <a:cs typeface="+mj-cs"/>
              </a:rPr>
            </a:br>
            <a:r>
              <a:rPr lang="en-US" sz="2500" kern="1200">
                <a:solidFill>
                  <a:schemeClr val="tx1"/>
                </a:solidFill>
                <a:latin typeface="+mj-lt"/>
                <a:ea typeface="+mj-ea"/>
                <a:cs typeface="+mj-cs"/>
              </a:rPr>
              <a:t>We are serving these Halal Products to help Muslim community of JNU, this service has no business perspective. </a:t>
            </a:r>
            <a:br>
              <a:rPr lang="en-US" sz="2500" kern="1200">
                <a:solidFill>
                  <a:schemeClr val="tx1"/>
                </a:solidFill>
                <a:latin typeface="+mj-lt"/>
                <a:ea typeface="+mj-ea"/>
                <a:cs typeface="+mj-cs"/>
              </a:rPr>
            </a:br>
            <a:r>
              <a:rPr lang="en-US" sz="2500" kern="1200">
                <a:solidFill>
                  <a:schemeClr val="tx1"/>
                </a:solidFill>
                <a:latin typeface="+mj-lt"/>
                <a:ea typeface="+mj-ea"/>
                <a:cs typeface="+mj-cs"/>
              </a:rPr>
              <a:t>Little profit obtained from sales is used for the Monthly rent of Masjid. </a:t>
            </a:r>
            <a:br>
              <a:rPr lang="en-US" sz="2500" kern="1200">
                <a:solidFill>
                  <a:schemeClr val="tx1"/>
                </a:solidFill>
                <a:latin typeface="+mj-lt"/>
                <a:ea typeface="+mj-ea"/>
                <a:cs typeface="+mj-cs"/>
              </a:rPr>
            </a:br>
            <a:r>
              <a:rPr lang="en-US" sz="2500" kern="1200">
                <a:solidFill>
                  <a:schemeClr val="tx1"/>
                </a:solidFill>
                <a:latin typeface="+mj-lt"/>
                <a:ea typeface="+mj-ea"/>
                <a:cs typeface="+mj-cs"/>
              </a:rPr>
              <a:t>Thanks !!</a:t>
            </a:r>
          </a:p>
        </p:txBody>
      </p:sp>
    </p:spTree>
    <p:extLst>
      <p:ext uri="{BB962C8B-B14F-4D97-AF65-F5344CB8AC3E}">
        <p14:creationId xmlns:p14="http://schemas.microsoft.com/office/powerpoint/2010/main" val="6615979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TotalTime>
  <Words>360</Words>
  <Application>Microsoft Office PowerPoint</Application>
  <PresentationFormat>On-screen Show (4:3)</PresentationFormat>
  <Paragraphs>70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Halal Products (Rate List)</vt:lpstr>
      <vt:lpstr>PowerPoint Presentation</vt:lpstr>
      <vt:lpstr>SPICES SECTION (1/2)</vt:lpstr>
      <vt:lpstr>MEAT &amp; CHICKEN</vt:lpstr>
      <vt:lpstr>PowerPoint Presentation</vt:lpstr>
      <vt:lpstr>Daal Channa ₩ 3200 </vt:lpstr>
      <vt:lpstr>BASIC FOOD</vt:lpstr>
      <vt:lpstr> We are serving these Halal Products to help Muslim community of JNU, this service has no business perspective.  Little profit obtained from sales is used for the Monthly rent of Masjid.  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Waleed Akbar</dc:creator>
  <cp:lastModifiedBy>SHENAWAR ALI KHAN</cp:lastModifiedBy>
  <cp:revision>13</cp:revision>
  <dcterms:created xsi:type="dcterms:W3CDTF">2021-05-11T17:32:53Z</dcterms:created>
  <dcterms:modified xsi:type="dcterms:W3CDTF">2021-07-06T12:59:31Z</dcterms:modified>
</cp:coreProperties>
</file>